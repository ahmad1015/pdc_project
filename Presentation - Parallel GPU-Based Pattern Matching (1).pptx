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256" r:id="rId5"/>
    <p:sldId id="265" r:id="rId6"/>
    <p:sldId id="257" r:id="rId7"/>
    <p:sldId id="259" r:id="rId8"/>
    <p:sldId id="260" r:id="rId9"/>
    <p:sldId id="258" r:id="rId10"/>
    <p:sldId id="261" r:id="rId11"/>
    <p:sldId id="263" r:id="rId12"/>
    <p:sldId id="262" r:id="rId13"/>
    <p:sldId id="264" r:id="rId14"/>
  </p:sldIdLst>
  <p:sldSz cx="18288000" cy="10287000"/>
  <p:notesSz cx="6858000" cy="9144000"/>
  <p:embeddedFontLst>
    <p:embeddedFont>
      <p:font typeface="Fira Sans" panose="020B0503050000020004" pitchFamily="34" charset="0"/>
      <p:regular r:id="rId16"/>
    </p:embeddedFont>
    <p:embeddedFont>
      <p:font typeface="Fira Sans Bold" panose="020B08030500000200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F9529-9194-50A6-DD64-97BB9ED69C15}" v="410" dt="2025-05-15T22:07:17.828"/>
    <p1510:client id="{F8883D96-B86E-4E7B-85CB-1CD8DB8B7439}" v="619" dt="2025-05-15T22:07:32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696" y="-2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raza" userId="835b7710-33ce-4e19-ad48-c31711b50c64" providerId="ADAL" clId="{F8883D96-B86E-4E7B-85CB-1CD8DB8B7439}"/>
    <pc:docChg chg="undo custSel addSld delSld modSld">
      <pc:chgData name="Ahmad raza" userId="835b7710-33ce-4e19-ad48-c31711b50c64" providerId="ADAL" clId="{F8883D96-B86E-4E7B-85CB-1CD8DB8B7439}" dt="2025-05-15T22:07:32.084" v="628" actId="113"/>
      <pc:docMkLst>
        <pc:docMk/>
      </pc:docMkLst>
      <pc:sldChg chg="delSp modSp mod">
        <pc:chgData name="Ahmad raza" userId="835b7710-33ce-4e19-ad48-c31711b50c64" providerId="ADAL" clId="{F8883D96-B86E-4E7B-85CB-1CD8DB8B7439}" dt="2025-05-15T21:13:44.287" v="221" actId="1076"/>
        <pc:sldMkLst>
          <pc:docMk/>
          <pc:sldMk cId="0" sldId="256"/>
        </pc:sldMkLst>
        <pc:spChg chg="mod">
          <ac:chgData name="Ahmad raza" userId="835b7710-33ce-4e19-ad48-c31711b50c64" providerId="ADAL" clId="{F8883D96-B86E-4E7B-85CB-1CD8DB8B7439}" dt="2025-05-15T21:13:44.287" v="221" actId="1076"/>
          <ac:spMkLst>
            <pc:docMk/>
            <pc:sldMk cId="0" sldId="256"/>
            <ac:spMk id="18" creationId="{00000000-0000-0000-0000-000000000000}"/>
          </ac:spMkLst>
        </pc:spChg>
        <pc:spChg chg="del">
          <ac:chgData name="Ahmad raza" userId="835b7710-33ce-4e19-ad48-c31711b50c64" providerId="ADAL" clId="{F8883D96-B86E-4E7B-85CB-1CD8DB8B7439}" dt="2025-05-15T21:12:05.781" v="39" actId="478"/>
          <ac:spMkLst>
            <pc:docMk/>
            <pc:sldMk cId="0" sldId="256"/>
            <ac:spMk id="19" creationId="{00000000-0000-0000-0000-000000000000}"/>
          </ac:spMkLst>
        </pc:spChg>
      </pc:sldChg>
      <pc:sldChg chg="addSp delSp modSp mod">
        <pc:chgData name="Ahmad raza" userId="835b7710-33ce-4e19-ad48-c31711b50c64" providerId="ADAL" clId="{F8883D96-B86E-4E7B-85CB-1CD8DB8B7439}" dt="2025-05-15T22:02:40.324" v="621" actId="478"/>
        <pc:sldMkLst>
          <pc:docMk/>
          <pc:sldMk cId="0" sldId="257"/>
        </pc:sldMkLst>
        <pc:spChg chg="mod">
          <ac:chgData name="Ahmad raza" userId="835b7710-33ce-4e19-ad48-c31711b50c64" providerId="ADAL" clId="{F8883D96-B86E-4E7B-85CB-1CD8DB8B7439}" dt="2025-05-15T21:52:58.584" v="576" actId="14100"/>
          <ac:spMkLst>
            <pc:docMk/>
            <pc:sldMk cId="0" sldId="257"/>
            <ac:spMk id="7" creationId="{00000000-0000-0000-0000-000000000000}"/>
          </ac:spMkLst>
        </pc:spChg>
        <pc:spChg chg="add del mod topLvl">
          <ac:chgData name="Ahmad raza" userId="835b7710-33ce-4e19-ad48-c31711b50c64" providerId="ADAL" clId="{F8883D96-B86E-4E7B-85CB-1CD8DB8B7439}" dt="2025-05-15T21:17:35.120" v="347" actId="113"/>
          <ac:spMkLst>
            <pc:docMk/>
            <pc:sldMk cId="0" sldId="257"/>
            <ac:spMk id="9" creationId="{00000000-0000-0000-0000-000000000000}"/>
          </ac:spMkLst>
        </pc:spChg>
        <pc:spChg chg="del topLvl">
          <ac:chgData name="Ahmad raza" userId="835b7710-33ce-4e19-ad48-c31711b50c64" providerId="ADAL" clId="{F8883D96-B86E-4E7B-85CB-1CD8DB8B7439}" dt="2025-05-15T21:14:55.581" v="226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hmad raza" userId="835b7710-33ce-4e19-ad48-c31711b50c64" providerId="ADAL" clId="{F8883D96-B86E-4E7B-85CB-1CD8DB8B7439}" dt="2025-05-15T21:14:52.293" v="225" actId="478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Ahmad raza" userId="835b7710-33ce-4e19-ad48-c31711b50c64" providerId="ADAL" clId="{F8883D96-B86E-4E7B-85CB-1CD8DB8B7439}" dt="2025-05-15T21:52:55.198" v="575" actId="478"/>
          <ac:spMkLst>
            <pc:docMk/>
            <pc:sldMk cId="0" sldId="257"/>
            <ac:spMk id="16" creationId="{B35F749D-8137-59B7-72C3-3BB6E3B2BC6B}"/>
          </ac:spMkLst>
        </pc:spChg>
        <pc:grpChg chg="del">
          <ac:chgData name="Ahmad raza" userId="835b7710-33ce-4e19-ad48-c31711b50c64" providerId="ADAL" clId="{F8883D96-B86E-4E7B-85CB-1CD8DB8B7439}" dt="2025-05-15T21:14:55.581" v="226" actId="478"/>
          <ac:grpSpMkLst>
            <pc:docMk/>
            <pc:sldMk cId="0" sldId="257"/>
            <ac:grpSpMk id="8" creationId="{00000000-0000-0000-0000-000000000000}"/>
          </ac:grpSpMkLst>
        </pc:grpChg>
        <pc:picChg chg="add del mod">
          <ac:chgData name="Ahmad raza" userId="835b7710-33ce-4e19-ad48-c31711b50c64" providerId="ADAL" clId="{F8883D96-B86E-4E7B-85CB-1CD8DB8B7439}" dt="2025-05-15T22:02:24.116" v="617" actId="478"/>
          <ac:picMkLst>
            <pc:docMk/>
            <pc:sldMk cId="0" sldId="257"/>
            <ac:picMk id="23" creationId="{5AF9E5C9-B276-41D5-488B-BC7F4C64A916}"/>
          </ac:picMkLst>
        </pc:picChg>
        <pc:picChg chg="add del mod modCrop">
          <ac:chgData name="Ahmad raza" userId="835b7710-33ce-4e19-ad48-c31711b50c64" providerId="ADAL" clId="{F8883D96-B86E-4E7B-85CB-1CD8DB8B7439}" dt="2025-05-15T22:02:40.324" v="621" actId="478"/>
          <ac:picMkLst>
            <pc:docMk/>
            <pc:sldMk cId="0" sldId="257"/>
            <ac:picMk id="25" creationId="{0EF953FC-FF50-D832-CC33-2BB7E228E5E9}"/>
          </ac:picMkLst>
        </pc:picChg>
      </pc:sldChg>
      <pc:sldChg chg="modSp mod">
        <pc:chgData name="Ahmad raza" userId="835b7710-33ce-4e19-ad48-c31711b50c64" providerId="ADAL" clId="{F8883D96-B86E-4E7B-85CB-1CD8DB8B7439}" dt="2025-05-15T22:01:38.767" v="616" actId="1076"/>
        <pc:sldMkLst>
          <pc:docMk/>
          <pc:sldMk cId="0" sldId="258"/>
        </pc:sldMkLst>
        <pc:spChg chg="mod">
          <ac:chgData name="Ahmad raza" userId="835b7710-33ce-4e19-ad48-c31711b50c64" providerId="ADAL" clId="{F8883D96-B86E-4E7B-85CB-1CD8DB8B7439}" dt="2025-05-15T22:01:38.767" v="616" actId="1076"/>
          <ac:spMkLst>
            <pc:docMk/>
            <pc:sldMk cId="0" sldId="258"/>
            <ac:spMk id="29" creationId="{3110098F-497C-43F0-D8A7-ACCCA695D521}"/>
          </ac:spMkLst>
        </pc:spChg>
        <pc:grpChg chg="mod">
          <ac:chgData name="Ahmad raza" userId="835b7710-33ce-4e19-ad48-c31711b50c64" providerId="ADAL" clId="{F8883D96-B86E-4E7B-85CB-1CD8DB8B7439}" dt="2025-05-15T22:01:35.438" v="615" actId="14100"/>
          <ac:grpSpMkLst>
            <pc:docMk/>
            <pc:sldMk cId="0" sldId="258"/>
            <ac:grpSpMk id="16" creationId="{00000000-0000-0000-0000-000000000000}"/>
          </ac:grpSpMkLst>
        </pc:grpChg>
      </pc:sldChg>
      <pc:sldChg chg="addSp delSp modSp mod">
        <pc:chgData name="Ahmad raza" userId="835b7710-33ce-4e19-ad48-c31711b50c64" providerId="ADAL" clId="{F8883D96-B86E-4E7B-85CB-1CD8DB8B7439}" dt="2025-05-15T21:22:51.069" v="391" actId="207"/>
        <pc:sldMkLst>
          <pc:docMk/>
          <pc:sldMk cId="0" sldId="259"/>
        </pc:sldMkLst>
        <pc:spChg chg="mod">
          <ac:chgData name="Ahmad raza" userId="835b7710-33ce-4e19-ad48-c31711b50c64" providerId="ADAL" clId="{F8883D96-B86E-4E7B-85CB-1CD8DB8B7439}" dt="2025-05-15T21:19:41.532" v="349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51.069" v="391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0:27.403" v="358" actId="113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19:59.899" v="351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42.758" v="389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1:36.240" v="371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0:59.553" v="360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32.999" v="387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1:53.009" v="377" actId="1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1:45.776" v="373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26.551" v="385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10.040" v="383" actId="20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2:04.280" v="381" actId="207"/>
          <ac:spMkLst>
            <pc:docMk/>
            <pc:sldMk cId="0" sldId="259"/>
            <ac:spMk id="23" creationId="{00000000-0000-0000-0000-000000000000}"/>
          </ac:spMkLst>
        </pc:spChg>
        <pc:spChg chg="add del">
          <ac:chgData name="Ahmad raza" userId="835b7710-33ce-4e19-ad48-c31711b50c64" providerId="ADAL" clId="{F8883D96-B86E-4E7B-85CB-1CD8DB8B7439}" dt="2025-05-15T21:22:00.896" v="379" actId="22"/>
          <ac:spMkLst>
            <pc:docMk/>
            <pc:sldMk cId="0" sldId="259"/>
            <ac:spMk id="26" creationId="{9F727C86-882D-D977-D0DC-B18DA485135D}"/>
          </ac:spMkLst>
        </pc:spChg>
      </pc:sldChg>
      <pc:sldChg chg="modSp mod">
        <pc:chgData name="Ahmad raza" userId="835b7710-33ce-4e19-ad48-c31711b50c64" providerId="ADAL" clId="{F8883D96-B86E-4E7B-85CB-1CD8DB8B7439}" dt="2025-05-15T21:25:21.617" v="435" actId="207"/>
        <pc:sldMkLst>
          <pc:docMk/>
          <pc:sldMk cId="0" sldId="260"/>
        </pc:sldMkLst>
        <pc:spChg chg="mod">
          <ac:chgData name="Ahmad raza" userId="835b7710-33ce-4e19-ad48-c31711b50c64" providerId="ADAL" clId="{F8883D96-B86E-4E7B-85CB-1CD8DB8B7439}" dt="2025-05-15T21:23:00.757" v="393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18.829" v="399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12.693" v="397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07.453" v="395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40.917" v="405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35.493" v="403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27.589" v="401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4:01.987" v="411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54.716" v="409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3:46.132" v="407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4:18.571" v="417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4:13.003" v="415" actId="20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4:07.547" v="413" actId="20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5:21.617" v="435" actId="2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5:16.435" v="433" actId="20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5:11.786" v="431" actId="207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Ahmad raza" userId="835b7710-33ce-4e19-ad48-c31711b50c64" providerId="ADAL" clId="{F8883D96-B86E-4E7B-85CB-1CD8DB8B7439}" dt="2025-05-15T21:27:53.971" v="437" actId="1076"/>
        <pc:sldMkLst>
          <pc:docMk/>
          <pc:sldMk cId="0" sldId="261"/>
        </pc:sldMkLst>
        <pc:spChg chg="mod">
          <ac:chgData name="Ahmad raza" userId="835b7710-33ce-4e19-ad48-c31711b50c64" providerId="ADAL" clId="{F8883D96-B86E-4E7B-85CB-1CD8DB8B7439}" dt="2025-05-15T21:11:07.598" v="38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27:46.852" v="436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10:34.719" v="7" actId="20577"/>
          <ac:spMkLst>
            <pc:docMk/>
            <pc:sldMk cId="0" sldId="261"/>
            <ac:spMk id="16" creationId="{00000000-0000-0000-0000-000000000000}"/>
          </ac:spMkLst>
        </pc:spChg>
        <pc:grpChg chg="mod">
          <ac:chgData name="Ahmad raza" userId="835b7710-33ce-4e19-ad48-c31711b50c64" providerId="ADAL" clId="{F8883D96-B86E-4E7B-85CB-1CD8DB8B7439}" dt="2025-05-15T21:27:53.971" v="437" actId="1076"/>
          <ac:grpSpMkLst>
            <pc:docMk/>
            <pc:sldMk cId="0" sldId="261"/>
            <ac:grpSpMk id="14" creationId="{00000000-0000-0000-0000-000000000000}"/>
          </ac:grpSpMkLst>
        </pc:grpChg>
      </pc:sldChg>
      <pc:sldChg chg="delSp modSp mod">
        <pc:chgData name="Ahmad raza" userId="835b7710-33ce-4e19-ad48-c31711b50c64" providerId="ADAL" clId="{F8883D96-B86E-4E7B-85CB-1CD8DB8B7439}" dt="2025-05-15T21:35:19.182" v="487" actId="20577"/>
        <pc:sldMkLst>
          <pc:docMk/>
          <pc:sldMk cId="0" sldId="262"/>
        </pc:sldMkLst>
        <pc:spChg chg="mod">
          <ac:chgData name="Ahmad raza" userId="835b7710-33ce-4e19-ad48-c31711b50c64" providerId="ADAL" clId="{F8883D96-B86E-4E7B-85CB-1CD8DB8B7439}" dt="2025-05-15T21:32:42.212" v="441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hmad raza" userId="835b7710-33ce-4e19-ad48-c31711b50c64" providerId="ADAL" clId="{F8883D96-B86E-4E7B-85CB-1CD8DB8B7439}" dt="2025-05-15T21:35:19.182" v="487" actId="20577"/>
          <ac:spMkLst>
            <pc:docMk/>
            <pc:sldMk cId="0" sldId="262"/>
            <ac:spMk id="13" creationId="{00000000-0000-0000-0000-000000000000}"/>
          </ac:spMkLst>
        </pc:spChg>
        <pc:grpChg chg="del">
          <ac:chgData name="Ahmad raza" userId="835b7710-33ce-4e19-ad48-c31711b50c64" providerId="ADAL" clId="{F8883D96-B86E-4E7B-85CB-1CD8DB8B7439}" dt="2025-05-15T21:34:44.646" v="465" actId="478"/>
          <ac:grpSpMkLst>
            <pc:docMk/>
            <pc:sldMk cId="0" sldId="262"/>
            <ac:grpSpMk id="2" creationId="{00000000-0000-0000-0000-000000000000}"/>
          </ac:grpSpMkLst>
        </pc:grpChg>
      </pc:sldChg>
      <pc:sldChg chg="addSp delSp modSp mod">
        <pc:chgData name="Ahmad raza" userId="835b7710-33ce-4e19-ad48-c31711b50c64" providerId="ADAL" clId="{F8883D96-B86E-4E7B-85CB-1CD8DB8B7439}" dt="2025-05-15T22:07:32.084" v="628" actId="113"/>
        <pc:sldMkLst>
          <pc:docMk/>
          <pc:sldMk cId="836538604" sldId="263"/>
        </pc:sldMkLst>
        <pc:spChg chg="mod">
          <ac:chgData name="Ahmad raza" userId="835b7710-33ce-4e19-ad48-c31711b50c64" providerId="ADAL" clId="{F8883D96-B86E-4E7B-85CB-1CD8DB8B7439}" dt="2025-05-15T22:07:25.312" v="627" actId="1076"/>
          <ac:spMkLst>
            <pc:docMk/>
            <pc:sldMk cId="836538604" sldId="263"/>
            <ac:spMk id="7" creationId="{9718257C-F9A3-D217-0720-FDD1333CF6FB}"/>
          </ac:spMkLst>
        </pc:spChg>
        <pc:spChg chg="mod">
          <ac:chgData name="Ahmad raza" userId="835b7710-33ce-4e19-ad48-c31711b50c64" providerId="ADAL" clId="{F8883D96-B86E-4E7B-85CB-1CD8DB8B7439}" dt="2025-05-15T22:07:32.084" v="628" actId="113"/>
          <ac:spMkLst>
            <pc:docMk/>
            <pc:sldMk cId="836538604" sldId="263"/>
            <ac:spMk id="20" creationId="{378240FC-B5BD-577F-EC1C-F6860E14A6CE}"/>
          </ac:spMkLst>
        </pc:spChg>
        <pc:inkChg chg="add del">
          <ac:chgData name="Ahmad raza" userId="835b7710-33ce-4e19-ad48-c31711b50c64" providerId="ADAL" clId="{F8883D96-B86E-4E7B-85CB-1CD8DB8B7439}" dt="2025-05-15T21:55:11.584" v="590" actId="9405"/>
          <ac:inkMkLst>
            <pc:docMk/>
            <pc:sldMk cId="836538604" sldId="263"/>
            <ac:inkMk id="14" creationId="{20956B25-492D-6933-C4A1-827FB2EB6BFF}"/>
          </ac:inkMkLst>
        </pc:inkChg>
      </pc:sldChg>
      <pc:sldChg chg="add del setBg">
        <pc:chgData name="Ahmad raza" userId="835b7710-33ce-4e19-ad48-c31711b50c64" providerId="ADAL" clId="{F8883D96-B86E-4E7B-85CB-1CD8DB8B7439}" dt="2025-05-15T21:33:56.604" v="443" actId="47"/>
        <pc:sldMkLst>
          <pc:docMk/>
          <pc:sldMk cId="1662606508" sldId="264"/>
        </pc:sldMkLst>
      </pc:sldChg>
      <pc:sldChg chg="add del">
        <pc:chgData name="Ahmad raza" userId="835b7710-33ce-4e19-ad48-c31711b50c64" providerId="ADAL" clId="{F8883D96-B86E-4E7B-85CB-1CD8DB8B7439}" dt="2025-05-15T21:34:04.890" v="445" actId="2890"/>
        <pc:sldMkLst>
          <pc:docMk/>
          <pc:sldMk cId="2276818726" sldId="264"/>
        </pc:sldMkLst>
      </pc:sldChg>
      <pc:sldChg chg="addSp delSp modSp add mod">
        <pc:chgData name="Ahmad raza" userId="835b7710-33ce-4e19-ad48-c31711b50c64" providerId="ADAL" clId="{F8883D96-B86E-4E7B-85CB-1CD8DB8B7439}" dt="2025-05-15T21:59:38.856" v="608" actId="1076"/>
        <pc:sldMkLst>
          <pc:docMk/>
          <pc:sldMk cId="2309264669" sldId="264"/>
        </pc:sldMkLst>
        <pc:spChg chg="mod">
          <ac:chgData name="Ahmad raza" userId="835b7710-33ce-4e19-ad48-c31711b50c64" providerId="ADAL" clId="{F8883D96-B86E-4E7B-85CB-1CD8DB8B7439}" dt="2025-05-15T21:34:14.810" v="458" actId="20577"/>
          <ac:spMkLst>
            <pc:docMk/>
            <pc:sldMk cId="2309264669" sldId="264"/>
            <ac:spMk id="12" creationId="{C8C3F26C-87F4-1084-214A-AB6B297BBB6A}"/>
          </ac:spMkLst>
        </pc:spChg>
        <pc:grpChg chg="del">
          <ac:chgData name="Ahmad raza" userId="835b7710-33ce-4e19-ad48-c31711b50c64" providerId="ADAL" clId="{F8883D96-B86E-4E7B-85CB-1CD8DB8B7439}" dt="2025-05-15T21:35:41.991" v="488" actId="478"/>
          <ac:grpSpMkLst>
            <pc:docMk/>
            <pc:sldMk cId="2309264669" sldId="264"/>
            <ac:grpSpMk id="2" creationId="{900E1C79-4C0C-43A9-8C05-5D0178479385}"/>
          </ac:grpSpMkLst>
        </pc:grpChg>
        <pc:grpChg chg="mod">
          <ac:chgData name="Ahmad raza" userId="835b7710-33ce-4e19-ad48-c31711b50c64" providerId="ADAL" clId="{F8883D96-B86E-4E7B-85CB-1CD8DB8B7439}" dt="2025-05-15T21:54:36.567" v="584"/>
          <ac:grpSpMkLst>
            <pc:docMk/>
            <pc:sldMk cId="2309264669" sldId="264"/>
            <ac:grpSpMk id="7" creationId="{170EA0A9-09D8-5121-2C7A-2221F69F2590}"/>
          </ac:grpSpMkLst>
        </pc:grpChg>
        <pc:picChg chg="add mod">
          <ac:chgData name="Ahmad raza" userId="835b7710-33ce-4e19-ad48-c31711b50c64" providerId="ADAL" clId="{F8883D96-B86E-4E7B-85CB-1CD8DB8B7439}" dt="2025-05-15T21:59:38.856" v="608" actId="1076"/>
          <ac:picMkLst>
            <pc:docMk/>
            <pc:sldMk cId="2309264669" sldId="264"/>
            <ac:picMk id="12" creationId="{C95F04B5-80AF-D857-61E9-095C908B175D}"/>
          </ac:picMkLst>
        </pc:picChg>
        <pc:inkChg chg="add del mod">
          <ac:chgData name="Ahmad raza" userId="835b7710-33ce-4e19-ad48-c31711b50c64" providerId="ADAL" clId="{F8883D96-B86E-4E7B-85CB-1CD8DB8B7439}" dt="2025-05-15T21:54:37.821" v="588" actId="9405"/>
          <ac:inkMkLst>
            <pc:docMk/>
            <pc:sldMk cId="2309264669" sldId="264"/>
            <ac:inkMk id="2" creationId="{B54B2BB7-8BC6-C093-8A63-E2E4F3731B30}"/>
          </ac:inkMkLst>
        </pc:inkChg>
        <pc:inkChg chg="add del mod">
          <ac:chgData name="Ahmad raza" userId="835b7710-33ce-4e19-ad48-c31711b50c64" providerId="ADAL" clId="{F8883D96-B86E-4E7B-85CB-1CD8DB8B7439}" dt="2025-05-15T21:54:37.517" v="587" actId="9405"/>
          <ac:inkMkLst>
            <pc:docMk/>
            <pc:sldMk cId="2309264669" sldId="264"/>
            <ac:inkMk id="3" creationId="{7A44BCD0-79CD-CA0E-DBE8-7751D20E2CF4}"/>
          </ac:inkMkLst>
        </pc:inkChg>
        <pc:inkChg chg="add del mod">
          <ac:chgData name="Ahmad raza" userId="835b7710-33ce-4e19-ad48-c31711b50c64" providerId="ADAL" clId="{F8883D96-B86E-4E7B-85CB-1CD8DB8B7439}" dt="2025-05-15T21:54:37.198" v="586" actId="9405"/>
          <ac:inkMkLst>
            <pc:docMk/>
            <pc:sldMk cId="2309264669" sldId="264"/>
            <ac:inkMk id="4" creationId="{198D02B0-4FDE-8AEF-DFA0-1731C936DF49}"/>
          </ac:inkMkLst>
        </pc:inkChg>
        <pc:inkChg chg="add del mod">
          <ac:chgData name="Ahmad raza" userId="835b7710-33ce-4e19-ad48-c31711b50c64" providerId="ADAL" clId="{F8883D96-B86E-4E7B-85CB-1CD8DB8B7439}" dt="2025-05-15T21:54:36.893" v="585" actId="9405"/>
          <ac:inkMkLst>
            <pc:docMk/>
            <pc:sldMk cId="2309264669" sldId="264"/>
            <ac:inkMk id="5" creationId="{BE115FED-1C80-0F72-38C1-85814E7828FE}"/>
          </ac:inkMkLst>
        </pc:inkChg>
        <pc:inkChg chg="add del mod">
          <ac:chgData name="Ahmad raza" userId="835b7710-33ce-4e19-ad48-c31711b50c64" providerId="ADAL" clId="{F8883D96-B86E-4E7B-85CB-1CD8DB8B7439}" dt="2025-05-15T21:54:36.567" v="584"/>
          <ac:inkMkLst>
            <pc:docMk/>
            <pc:sldMk cId="2309264669" sldId="264"/>
            <ac:inkMk id="6" creationId="{3B0C7847-E691-0708-2958-BE6584772971}"/>
          </ac:inkMkLst>
        </pc:inkChg>
      </pc:sldChg>
      <pc:sldChg chg="addSp delSp modSp new mod">
        <pc:chgData name="Ahmad raza" userId="835b7710-33ce-4e19-ad48-c31711b50c64" providerId="ADAL" clId="{F8883D96-B86E-4E7B-85CB-1CD8DB8B7439}" dt="2025-05-15T22:02:35.388" v="620" actId="478"/>
        <pc:sldMkLst>
          <pc:docMk/>
          <pc:sldMk cId="2621803294" sldId="265"/>
        </pc:sldMkLst>
        <pc:spChg chg="add mod">
          <ac:chgData name="Ahmad raza" userId="835b7710-33ce-4e19-ad48-c31711b50c64" providerId="ADAL" clId="{F8883D96-B86E-4E7B-85CB-1CD8DB8B7439}" dt="2025-05-15T21:38:33.724" v="514" actId="1076"/>
          <ac:spMkLst>
            <pc:docMk/>
            <pc:sldMk cId="2621803294" sldId="265"/>
            <ac:spMk id="2" creationId="{85A9EE38-F078-8CB4-AB70-9CF3B55DB075}"/>
          </ac:spMkLst>
        </pc:spChg>
        <pc:spChg chg="add mod">
          <ac:chgData name="Ahmad raza" userId="835b7710-33ce-4e19-ad48-c31711b50c64" providerId="ADAL" clId="{F8883D96-B86E-4E7B-85CB-1CD8DB8B7439}" dt="2025-05-15T21:50:50.171" v="561" actId="14100"/>
          <ac:spMkLst>
            <pc:docMk/>
            <pc:sldMk cId="2621803294" sldId="265"/>
            <ac:spMk id="3" creationId="{B0D1E69E-9FD5-CB51-CB5B-CF85E47DE5A1}"/>
          </ac:spMkLst>
        </pc:spChg>
        <pc:spChg chg="add">
          <ac:chgData name="Ahmad raza" userId="835b7710-33ce-4e19-ad48-c31711b50c64" providerId="ADAL" clId="{F8883D96-B86E-4E7B-85CB-1CD8DB8B7439}" dt="2025-05-15T21:56:38.695" v="592"/>
          <ac:spMkLst>
            <pc:docMk/>
            <pc:sldMk cId="2621803294" sldId="265"/>
            <ac:spMk id="4" creationId="{0F027D72-1C69-0818-9087-38288A2BFC1C}"/>
          </ac:spMkLst>
        </pc:spChg>
        <pc:picChg chg="add mod">
          <ac:chgData name="Ahmad raza" userId="835b7710-33ce-4e19-ad48-c31711b50c64" providerId="ADAL" clId="{F8883D96-B86E-4E7B-85CB-1CD8DB8B7439}" dt="2025-05-15T21:57:01.825" v="595" actId="962"/>
          <ac:picMkLst>
            <pc:docMk/>
            <pc:sldMk cId="2621803294" sldId="265"/>
            <ac:picMk id="7" creationId="{056880F2-64DF-AC72-68B7-872B9543F3E0}"/>
          </ac:picMkLst>
        </pc:picChg>
        <pc:picChg chg="add mod">
          <ac:chgData name="Ahmad raza" userId="835b7710-33ce-4e19-ad48-c31711b50c64" providerId="ADAL" clId="{F8883D96-B86E-4E7B-85CB-1CD8DB8B7439}" dt="2025-05-15T21:57:42.273" v="601" actId="1076"/>
          <ac:picMkLst>
            <pc:docMk/>
            <pc:sldMk cId="2621803294" sldId="265"/>
            <ac:picMk id="9" creationId="{27A30A85-1F72-EEBB-13EE-B76363E3B4FC}"/>
          </ac:picMkLst>
        </pc:picChg>
        <pc:picChg chg="add mod">
          <ac:chgData name="Ahmad raza" userId="835b7710-33ce-4e19-ad48-c31711b50c64" providerId="ADAL" clId="{F8883D96-B86E-4E7B-85CB-1CD8DB8B7439}" dt="2025-05-15T21:48:51.739" v="552" actId="1076"/>
          <ac:picMkLst>
            <pc:docMk/>
            <pc:sldMk cId="2621803294" sldId="265"/>
            <ac:picMk id="10" creationId="{4654A94F-381E-0918-023C-4ADDD8430055}"/>
          </ac:picMkLst>
        </pc:picChg>
        <pc:picChg chg="add mod">
          <ac:chgData name="Ahmad raza" userId="835b7710-33ce-4e19-ad48-c31711b50c64" providerId="ADAL" clId="{F8883D96-B86E-4E7B-85CB-1CD8DB8B7439}" dt="2025-05-15T21:58:29.680" v="606" actId="1076"/>
          <ac:picMkLst>
            <pc:docMk/>
            <pc:sldMk cId="2621803294" sldId="265"/>
            <ac:picMk id="11" creationId="{437C148D-71C8-08E5-7D11-602EF7FD0DEA}"/>
          </ac:picMkLst>
        </pc:picChg>
        <pc:picChg chg="add del mod">
          <ac:chgData name="Ahmad raza" userId="835b7710-33ce-4e19-ad48-c31711b50c64" providerId="ADAL" clId="{F8883D96-B86E-4E7B-85CB-1CD8DB8B7439}" dt="2025-05-15T22:02:35.388" v="620" actId="478"/>
          <ac:picMkLst>
            <pc:docMk/>
            <pc:sldMk cId="2621803294" sldId="265"/>
            <ac:picMk id="14" creationId="{6CF71DA8-0305-4553-E6CD-7BC5BB83C478}"/>
          </ac:picMkLst>
        </pc:picChg>
        <pc:picChg chg="mod">
          <ac:chgData name="Ahmad raza" userId="835b7710-33ce-4e19-ad48-c31711b50c64" providerId="ADAL" clId="{F8883D96-B86E-4E7B-85CB-1CD8DB8B7439}" dt="2025-05-15T21:49:45.708" v="558" actId="207"/>
          <ac:picMkLst>
            <pc:docMk/>
            <pc:sldMk cId="2621803294" sldId="265"/>
            <ac:picMk id="17" creationId="{A85FE6BB-50FB-F605-F9C7-FAA48271AF70}"/>
          </ac:picMkLst>
        </pc:picChg>
      </pc:sldChg>
      <pc:sldChg chg="addSp delSp modSp new del mod setBg">
        <pc:chgData name="Ahmad raza" userId="835b7710-33ce-4e19-ad48-c31711b50c64" providerId="ADAL" clId="{F8883D96-B86E-4E7B-85CB-1CD8DB8B7439}" dt="2025-05-15T21:43:53.806" v="535" actId="2696"/>
        <pc:sldMkLst>
          <pc:docMk/>
          <pc:sldMk cId="817067220" sldId="266"/>
        </pc:sldMkLst>
        <pc:spChg chg="add del">
          <ac:chgData name="Ahmad raza" userId="835b7710-33ce-4e19-ad48-c31711b50c64" providerId="ADAL" clId="{F8883D96-B86E-4E7B-85CB-1CD8DB8B7439}" dt="2025-05-15T21:42:43.881" v="522" actId="26606"/>
          <ac:spMkLst>
            <pc:docMk/>
            <pc:sldMk cId="817067220" sldId="266"/>
            <ac:spMk id="5" creationId="{42A4FC2C-047E-45A5-965D-8E1E3BF09BC6}"/>
          </ac:spMkLst>
        </pc:spChg>
        <pc:spChg chg="add del">
          <ac:chgData name="Ahmad raza" userId="835b7710-33ce-4e19-ad48-c31711b50c64" providerId="ADAL" clId="{F8883D96-B86E-4E7B-85CB-1CD8DB8B7439}" dt="2025-05-15T21:42:45.035" v="526" actId="26606"/>
          <ac:spMkLst>
            <pc:docMk/>
            <pc:sldMk cId="817067220" sldId="266"/>
            <ac:spMk id="6" creationId="{6680F1D3-7650-4307-A001-0163AD371D29}"/>
          </ac:spMkLst>
        </pc:spChg>
        <pc:spChg chg="add del">
          <ac:chgData name="Ahmad raza" userId="835b7710-33ce-4e19-ad48-c31711b50c64" providerId="ADAL" clId="{F8883D96-B86E-4E7B-85CB-1CD8DB8B7439}" dt="2025-05-15T21:42:42.872" v="518" actId="26606"/>
          <ac:spMkLst>
            <pc:docMk/>
            <pc:sldMk cId="817067220" sldId="266"/>
            <ac:spMk id="8" creationId="{6680F1D3-7650-4307-A001-0163AD371D29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9" creationId="{F3060C83-F051-4F0E-ABAD-AA0DFC48B218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10" creationId="{83C98ABE-055B-441F-B07E-44F97F083C39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12" creationId="{29FDB030-9B49-4CED-8CCD-4D99382388AC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14" creationId="{3783CA14-24A1-485C-8B30-D6A5D87987AD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16" creationId="{9A97C86A-04D6-40F7-AE84-31AB43E6A846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18" creationId="{FF9F2414-84E8-453E-B1F3-389FDE8192D9}"/>
          </ac:spMkLst>
        </pc:spChg>
        <pc:spChg chg="add del">
          <ac:chgData name="Ahmad raza" userId="835b7710-33ce-4e19-ad48-c31711b50c64" providerId="ADAL" clId="{F8883D96-B86E-4E7B-85CB-1CD8DB8B7439}" dt="2025-05-15T21:42:45.721" v="528" actId="26606"/>
          <ac:spMkLst>
            <pc:docMk/>
            <pc:sldMk cId="817067220" sldId="266"/>
            <ac:spMk id="20" creationId="{3ECA69A1-7536-43AC-85EF-C7106179F5ED}"/>
          </ac:spMkLst>
        </pc:spChg>
        <pc:spChg chg="add">
          <ac:chgData name="Ahmad raza" userId="835b7710-33ce-4e19-ad48-c31711b50c64" providerId="ADAL" clId="{F8883D96-B86E-4E7B-85CB-1CD8DB8B7439}" dt="2025-05-15T21:42:45.723" v="529" actId="26606"/>
          <ac:spMkLst>
            <pc:docMk/>
            <pc:sldMk cId="817067220" sldId="266"/>
            <ac:spMk id="22" creationId="{6680F1D3-7650-4307-A001-0163AD371D29}"/>
          </ac:spMkLst>
        </pc:spChg>
        <pc:picChg chg="add mod">
          <ac:chgData name="Ahmad raza" userId="835b7710-33ce-4e19-ad48-c31711b50c64" providerId="ADAL" clId="{F8883D96-B86E-4E7B-85CB-1CD8DB8B7439}" dt="2025-05-15T21:43:33.218" v="531" actId="1076"/>
          <ac:picMkLst>
            <pc:docMk/>
            <pc:sldMk cId="817067220" sldId="266"/>
            <ac:picMk id="3" creationId="{98E66B4A-7FBD-A32E-84FF-307440BC55AC}"/>
          </ac:picMkLst>
        </pc:picChg>
      </pc:sldChg>
      <pc:sldChg chg="addSp delSp modSp new del mod delAnim">
        <pc:chgData name="Ahmad raza" userId="835b7710-33ce-4e19-ad48-c31711b50c64" providerId="ADAL" clId="{F8883D96-B86E-4E7B-85CB-1CD8DB8B7439}" dt="2025-05-15T21:55:58.009" v="591" actId="2696"/>
        <pc:sldMkLst>
          <pc:docMk/>
          <pc:sldMk cId="1680103966" sldId="267"/>
        </pc:sldMkLst>
        <pc:spChg chg="add mod">
          <ac:chgData name="Ahmad raza" userId="835b7710-33ce-4e19-ad48-c31711b50c64" providerId="ADAL" clId="{F8883D96-B86E-4E7B-85CB-1CD8DB8B7439}" dt="2025-05-15T21:43:43.700" v="534" actId="13822"/>
          <ac:spMkLst>
            <pc:docMk/>
            <pc:sldMk cId="1680103966" sldId="267"/>
            <ac:spMk id="2" creationId="{CFC360B3-C9A4-27EF-C0C2-374F3D7C2AFF}"/>
          </ac:spMkLst>
        </pc:spChg>
        <pc:spChg chg="add">
          <ac:chgData name="Ahmad raza" userId="835b7710-33ce-4e19-ad48-c31711b50c64" providerId="ADAL" clId="{F8883D96-B86E-4E7B-85CB-1CD8DB8B7439}" dt="2025-05-15T21:51:34.585" v="567"/>
          <ac:spMkLst>
            <pc:docMk/>
            <pc:sldMk cId="1680103966" sldId="267"/>
            <ac:spMk id="16" creationId="{7A3B92DD-5D6F-23DC-C5B7-F8B6DF23900C}"/>
          </ac:spMkLst>
        </pc:spChg>
        <pc:spChg chg="add mod">
          <ac:chgData name="Ahmad raza" userId="835b7710-33ce-4e19-ad48-c31711b50c64" providerId="ADAL" clId="{F8883D96-B86E-4E7B-85CB-1CD8DB8B7439}" dt="2025-05-15T21:51:42.378" v="569"/>
          <ac:spMkLst>
            <pc:docMk/>
            <pc:sldMk cId="1680103966" sldId="267"/>
            <ac:spMk id="17" creationId="{8241137F-D51A-0F0C-2E10-8D4E515B8670}"/>
          </ac:spMkLst>
        </pc:spChg>
        <pc:picChg chg="del">
          <ac:chgData name="Ahmad raza" userId="835b7710-33ce-4e19-ad48-c31711b50c64" providerId="ADAL" clId="{F8883D96-B86E-4E7B-85CB-1CD8DB8B7439}" dt="2025-05-15T21:44:02.092" v="536" actId="478"/>
          <ac:picMkLst>
            <pc:docMk/>
            <pc:sldMk cId="1680103966" sldId="267"/>
            <ac:picMk id="4" creationId="{E9A76473-993B-E802-5E4E-B4BA54CB6FF9}"/>
          </ac:picMkLst>
        </pc:picChg>
        <pc:picChg chg="add del">
          <ac:chgData name="Ahmad raza" userId="835b7710-33ce-4e19-ad48-c31711b50c64" providerId="ADAL" clId="{F8883D96-B86E-4E7B-85CB-1CD8DB8B7439}" dt="2025-05-15T21:45:14.904" v="542" actId="478"/>
          <ac:picMkLst>
            <pc:docMk/>
            <pc:sldMk cId="1680103966" sldId="267"/>
            <ac:picMk id="5" creationId="{E1984099-0C95-3E0B-0E35-1348F7BEF71C}"/>
          </ac:picMkLst>
        </pc:picChg>
        <pc:picChg chg="add del mod">
          <ac:chgData name="Ahmad raza" userId="835b7710-33ce-4e19-ad48-c31711b50c64" providerId="ADAL" clId="{F8883D96-B86E-4E7B-85CB-1CD8DB8B7439}" dt="2025-05-15T21:50:54.386" v="564" actId="478"/>
          <ac:picMkLst>
            <pc:docMk/>
            <pc:sldMk cId="1680103966" sldId="267"/>
            <ac:picMk id="7" creationId="{BD89E5F0-B9C8-3EC1-0DE7-4F9686925A0E}"/>
          </ac:picMkLst>
        </pc:picChg>
        <pc:picChg chg="add del mod">
          <ac:chgData name="Ahmad raza" userId="835b7710-33ce-4e19-ad48-c31711b50c64" providerId="ADAL" clId="{F8883D96-B86E-4E7B-85CB-1CD8DB8B7439}" dt="2025-05-15T21:50:53.985" v="563" actId="478"/>
          <ac:picMkLst>
            <pc:docMk/>
            <pc:sldMk cId="1680103966" sldId="267"/>
            <ac:picMk id="9" creationId="{9D4714BE-36F8-884B-1D0E-E11C3080FE79}"/>
          </ac:picMkLst>
        </pc:picChg>
        <pc:picChg chg="add mod">
          <ac:chgData name="Ahmad raza" userId="835b7710-33ce-4e19-ad48-c31711b50c64" providerId="ADAL" clId="{F8883D96-B86E-4E7B-85CB-1CD8DB8B7439}" dt="2025-05-15T21:46:50.053" v="546" actId="1076"/>
          <ac:picMkLst>
            <pc:docMk/>
            <pc:sldMk cId="1680103966" sldId="267"/>
            <ac:picMk id="11" creationId="{890136B1-22FC-F672-F3B0-C30E8C55E035}"/>
          </ac:picMkLst>
        </pc:picChg>
        <pc:picChg chg="add del mod">
          <ac:chgData name="Ahmad raza" userId="835b7710-33ce-4e19-ad48-c31711b50c64" providerId="ADAL" clId="{F8883D96-B86E-4E7B-85CB-1CD8DB8B7439}" dt="2025-05-15T21:50:53.441" v="562" actId="478"/>
          <ac:picMkLst>
            <pc:docMk/>
            <pc:sldMk cId="1680103966" sldId="267"/>
            <ac:picMk id="13" creationId="{37A3A1DA-11B5-0057-CC82-A3CA68C17069}"/>
          </ac:picMkLst>
        </pc:picChg>
        <pc:picChg chg="add mod">
          <ac:chgData name="Ahmad raza" userId="835b7710-33ce-4e19-ad48-c31711b50c64" providerId="ADAL" clId="{F8883D96-B86E-4E7B-85CB-1CD8DB8B7439}" dt="2025-05-15T21:51:02.639" v="566" actId="27614"/>
          <ac:picMkLst>
            <pc:docMk/>
            <pc:sldMk cId="1680103966" sldId="267"/>
            <ac:picMk id="15" creationId="{A7B0ADFD-D0B7-47ED-93E1-41DFFFC68A21}"/>
          </ac:picMkLst>
        </pc:picChg>
        <pc:picChg chg="add mod">
          <ac:chgData name="Ahmad raza" userId="835b7710-33ce-4e19-ad48-c31711b50c64" providerId="ADAL" clId="{F8883D96-B86E-4E7B-85CB-1CD8DB8B7439}" dt="2025-05-15T21:51:52.285" v="573" actId="962"/>
          <ac:picMkLst>
            <pc:docMk/>
            <pc:sldMk cId="1680103966" sldId="267"/>
            <ac:picMk id="19" creationId="{EC16098C-DA3B-9435-67B1-27020E13ED78}"/>
          </ac:picMkLst>
        </pc:picChg>
      </pc:sldChg>
    </pc:docChg>
  </pc:docChgLst>
  <pc:docChgLst>
    <pc:chgData name="Guest User" userId="S::urn:spo:tenantanon#dddda8be-7fc1-4b83-bc6d-7291c5724dd6::" providerId="AD" clId="Web-{B90F9529-9194-50A6-DD64-97BB9ED69C15}"/>
    <pc:docChg chg="addSld delSld modSld">
      <pc:chgData name="Guest User" userId="S::urn:spo:tenantanon#dddda8be-7fc1-4b83-bc6d-7291c5724dd6::" providerId="AD" clId="Web-{B90F9529-9194-50A6-DD64-97BB9ED69C15}" dt="2025-05-15T22:07:17.828" v="346"/>
      <pc:docMkLst>
        <pc:docMk/>
      </pc:docMkLst>
      <pc:sldChg chg="addSp modSp modTransition">
        <pc:chgData name="Guest User" userId="S::urn:spo:tenantanon#dddda8be-7fc1-4b83-bc6d-7291c5724dd6::" providerId="AD" clId="Web-{B90F9529-9194-50A6-DD64-97BB9ED69C15}" dt="2025-05-15T22:05:39.510" v="334" actId="20577"/>
        <pc:sldMkLst>
          <pc:docMk/>
          <pc:sldMk cId="0" sldId="256"/>
        </pc:sldMkLst>
        <pc:spChg chg="mod">
          <ac:chgData name="Guest User" userId="S::urn:spo:tenantanon#dddda8be-7fc1-4b83-bc6d-7291c5724dd6::" providerId="AD" clId="Web-{B90F9529-9194-50A6-DD64-97BB9ED69C15}" dt="2025-05-15T22:05:39.510" v="334" actId="20577"/>
          <ac:spMkLst>
            <pc:docMk/>
            <pc:sldMk cId="0" sldId="256"/>
            <ac:spMk id="18" creationId="{00000000-0000-0000-0000-000000000000}"/>
          </ac:spMkLst>
        </pc:spChg>
        <pc:picChg chg="add mod">
          <ac:chgData name="Guest User" userId="S::urn:spo:tenantanon#dddda8be-7fc1-4b83-bc6d-7291c5724dd6::" providerId="AD" clId="Web-{B90F9529-9194-50A6-DD64-97BB9ED69C15}" dt="2025-05-15T22:05:06.680" v="332" actId="1076"/>
          <ac:picMkLst>
            <pc:docMk/>
            <pc:sldMk cId="0" sldId="256"/>
            <ac:picMk id="4" creationId="{9AC43EE8-8E50-0B9C-9B18-A1C9548C3A58}"/>
          </ac:picMkLst>
        </pc:picChg>
      </pc:sldChg>
      <pc:sldChg chg="modSp modTransition addAnim delAnim">
        <pc:chgData name="Guest User" userId="S::urn:spo:tenantanon#dddda8be-7fc1-4b83-bc6d-7291c5724dd6::" providerId="AD" clId="Web-{B90F9529-9194-50A6-DD64-97BB9ED69C15}" dt="2025-05-15T22:01:21.935" v="304" actId="1076"/>
        <pc:sldMkLst>
          <pc:docMk/>
          <pc:sldMk cId="0" sldId="257"/>
        </pc:sldMkLst>
        <pc:spChg chg="mod">
          <ac:chgData name="Guest User" userId="S::urn:spo:tenantanon#dddda8be-7fc1-4b83-bc6d-7291c5724dd6::" providerId="AD" clId="Web-{B90F9529-9194-50A6-DD64-97BB9ED69C15}" dt="2025-05-15T21:38:29.960" v="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1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2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40.163" v="99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4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29.960" v="9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38:30.038" v="98"/>
          <ac:spMkLst>
            <pc:docMk/>
            <pc:sldMk cId="0" sldId="257"/>
            <ac:spMk id="16" creationId="{B35F749D-8137-59B7-72C3-3BB6E3B2BC6B}"/>
          </ac:spMkLst>
        </pc:spChg>
        <pc:picChg chg="mod">
          <ac:chgData name="Guest User" userId="S::urn:spo:tenantanon#dddda8be-7fc1-4b83-bc6d-7291c5724dd6::" providerId="AD" clId="Web-{B90F9529-9194-50A6-DD64-97BB9ED69C15}" dt="2025-05-15T22:01:05.871" v="303" actId="14100"/>
          <ac:picMkLst>
            <pc:docMk/>
            <pc:sldMk cId="0" sldId="257"/>
            <ac:picMk id="23" creationId="{5AF9E5C9-B276-41D5-488B-BC7F4C64A916}"/>
          </ac:picMkLst>
        </pc:picChg>
        <pc:picChg chg="mod">
          <ac:chgData name="Guest User" userId="S::urn:spo:tenantanon#dddda8be-7fc1-4b83-bc6d-7291c5724dd6::" providerId="AD" clId="Web-{B90F9529-9194-50A6-DD64-97BB9ED69C15}" dt="2025-05-15T22:01:21.935" v="304" actId="1076"/>
          <ac:picMkLst>
            <pc:docMk/>
            <pc:sldMk cId="0" sldId="257"/>
            <ac:picMk id="25" creationId="{0EF953FC-FF50-D832-CC33-2BB7E228E5E9}"/>
          </ac:picMkLst>
        </pc:picChg>
      </pc:sldChg>
      <pc:sldChg chg="modTransition">
        <pc:chgData name="Guest User" userId="S::urn:spo:tenantanon#dddda8be-7fc1-4b83-bc6d-7291c5724dd6::" providerId="AD" clId="Web-{B90F9529-9194-50A6-DD64-97BB9ED69C15}" dt="2025-05-15T21:19:22.215" v="20"/>
        <pc:sldMkLst>
          <pc:docMk/>
          <pc:sldMk cId="0" sldId="258"/>
        </pc:sldMkLst>
      </pc:sldChg>
      <pc:sldChg chg="modSp modTransition addAnim delAnim">
        <pc:chgData name="Guest User" userId="S::urn:spo:tenantanon#dddda8be-7fc1-4b83-bc6d-7291c5724dd6::" providerId="AD" clId="Web-{B90F9529-9194-50A6-DD64-97BB9ED69C15}" dt="2025-05-15T21:24:43.106" v="45"/>
        <pc:sldMkLst>
          <pc:docMk/>
          <pc:sldMk cId="0" sldId="259"/>
        </pc:sldMkLst>
        <pc:spChg chg="mod">
          <ac:chgData name="Guest User" userId="S::urn:spo:tenantanon#dddda8be-7fc1-4b83-bc6d-7291c5724dd6::" providerId="AD" clId="Web-{B90F9529-9194-50A6-DD64-97BB9ED69C15}" dt="2025-05-15T21:23:10.226" v="3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23:20.227" v="33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23:23.102" v="34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23:29.321" v="36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Guest User" userId="S::urn:spo:tenantanon#dddda8be-7fc1-4b83-bc6d-7291c5724dd6::" providerId="AD" clId="Web-{B90F9529-9194-50A6-DD64-97BB9ED69C15}" dt="2025-05-15T21:23:32.821" v="37" actId="20577"/>
          <ac:spMkLst>
            <pc:docMk/>
            <pc:sldMk cId="0" sldId="259"/>
            <ac:spMk id="23" creationId="{00000000-0000-0000-0000-000000000000}"/>
          </ac:spMkLst>
        </pc:spChg>
        <pc:grpChg chg="mod">
          <ac:chgData name="Guest User" userId="S::urn:spo:tenantanon#dddda8be-7fc1-4b83-bc6d-7291c5724dd6::" providerId="AD" clId="Web-{B90F9529-9194-50A6-DD64-97BB9ED69C15}" dt="2025-05-15T21:21:44.378" v="26" actId="1076"/>
          <ac:grpSpMkLst>
            <pc:docMk/>
            <pc:sldMk cId="0" sldId="259"/>
            <ac:grpSpMk id="6" creationId="{00000000-0000-0000-0000-000000000000}"/>
          </ac:grpSpMkLst>
        </pc:grpChg>
      </pc:sldChg>
      <pc:sldChg chg="modTransition addAnim delAnim">
        <pc:chgData name="Guest User" userId="S::urn:spo:tenantanon#dddda8be-7fc1-4b83-bc6d-7291c5724dd6::" providerId="AD" clId="Web-{B90F9529-9194-50A6-DD64-97BB9ED69C15}" dt="2025-05-15T21:27:16.676" v="59"/>
        <pc:sldMkLst>
          <pc:docMk/>
          <pc:sldMk cId="0" sldId="260"/>
        </pc:sldMkLst>
      </pc:sldChg>
      <pc:sldChg chg="modTransition addAnim delAnim">
        <pc:chgData name="Guest User" userId="S::urn:spo:tenantanon#dddda8be-7fc1-4b83-bc6d-7291c5724dd6::" providerId="AD" clId="Web-{B90F9529-9194-50A6-DD64-97BB9ED69C15}" dt="2025-05-15T21:17:51.242" v="15"/>
        <pc:sldMkLst>
          <pc:docMk/>
          <pc:sldMk cId="0" sldId="261"/>
        </pc:sldMkLst>
      </pc:sldChg>
      <pc:sldChg chg="modTransition">
        <pc:chgData name="Guest User" userId="S::urn:spo:tenantanon#dddda8be-7fc1-4b83-bc6d-7291c5724dd6::" providerId="AD" clId="Web-{B90F9529-9194-50A6-DD64-97BB9ED69C15}" dt="2025-05-15T21:12:47.539" v="3"/>
        <pc:sldMkLst>
          <pc:docMk/>
          <pc:sldMk cId="0" sldId="262"/>
        </pc:sldMkLst>
      </pc:sldChg>
      <pc:sldChg chg="addSp delSp modSp add replId delAnim">
        <pc:chgData name="Guest User" userId="S::urn:spo:tenantanon#dddda8be-7fc1-4b83-bc6d-7291c5724dd6::" providerId="AD" clId="Web-{B90F9529-9194-50A6-DD64-97BB9ED69C15}" dt="2025-05-15T22:07:17.828" v="346"/>
        <pc:sldMkLst>
          <pc:docMk/>
          <pc:sldMk cId="836538604" sldId="263"/>
        </pc:sldMkLst>
        <pc:spChg chg="mod">
          <ac:chgData name="Guest User" userId="S::urn:spo:tenantanon#dddda8be-7fc1-4b83-bc6d-7291c5724dd6::" providerId="AD" clId="Web-{B90F9529-9194-50A6-DD64-97BB9ED69C15}" dt="2025-05-15T22:07:17.781" v="338"/>
          <ac:spMkLst>
            <pc:docMk/>
            <pc:sldMk cId="836538604" sldId="263"/>
            <ac:spMk id="3" creationId="{5AB52B0E-A2F0-7E8C-720C-84BEEB3CEB6C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39"/>
          <ac:spMkLst>
            <pc:docMk/>
            <pc:sldMk cId="836538604" sldId="263"/>
            <ac:spMk id="4" creationId="{361EE03A-17D2-E0A5-AAE8-15511B5E6F24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0"/>
          <ac:spMkLst>
            <pc:docMk/>
            <pc:sldMk cId="836538604" sldId="263"/>
            <ac:spMk id="6" creationId="{5E14C07C-F1E9-1528-5716-7F99055980F2}"/>
          </ac:spMkLst>
        </pc:spChg>
        <pc:spChg chg="mod">
          <ac:chgData name="Guest User" userId="S::urn:spo:tenantanon#dddda8be-7fc1-4b83-bc6d-7291c5724dd6::" providerId="AD" clId="Web-{B90F9529-9194-50A6-DD64-97BB9ED69C15}" dt="2025-05-15T21:35:29.763" v="84" actId="1076"/>
          <ac:spMkLst>
            <pc:docMk/>
            <pc:sldMk cId="836538604" sldId="263"/>
            <ac:spMk id="7" creationId="{9718257C-F9A3-D217-0720-FDD1333CF6FB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1"/>
          <ac:spMkLst>
            <pc:docMk/>
            <pc:sldMk cId="836538604" sldId="263"/>
            <ac:spMk id="9" creationId="{70EE9761-C966-B881-D110-A82D768CD0D4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2"/>
          <ac:spMkLst>
            <pc:docMk/>
            <pc:sldMk cId="836538604" sldId="263"/>
            <ac:spMk id="10" creationId="{A41C50F6-4697-D739-76FB-2E9F9A891F85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3"/>
          <ac:spMkLst>
            <pc:docMk/>
            <pc:sldMk cId="836538604" sldId="263"/>
            <ac:spMk id="17" creationId="{A2058615-3382-9E65-31E2-5D9A601A49B5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4"/>
          <ac:spMkLst>
            <pc:docMk/>
            <pc:sldMk cId="836538604" sldId="263"/>
            <ac:spMk id="18" creationId="{7603C7A2-FE9A-D172-CF11-7DA369E7E6C1}"/>
          </ac:spMkLst>
        </pc:spChg>
        <pc:spChg chg="mod">
          <ac:chgData name="Guest User" userId="S::urn:spo:tenantanon#dddda8be-7fc1-4b83-bc6d-7291c5724dd6::" providerId="AD" clId="Web-{B90F9529-9194-50A6-DD64-97BB9ED69C15}" dt="2025-05-15T22:07:17.781" v="345"/>
          <ac:spMkLst>
            <pc:docMk/>
            <pc:sldMk cId="836538604" sldId="263"/>
            <ac:spMk id="20" creationId="{378240FC-B5BD-577F-EC1C-F6860E14A6CE}"/>
          </ac:spMkLst>
        </pc:spChg>
        <pc:spChg chg="mod">
          <ac:chgData name="Guest User" userId="S::urn:spo:tenantanon#dddda8be-7fc1-4b83-bc6d-7291c5724dd6::" providerId="AD" clId="Web-{B90F9529-9194-50A6-DD64-97BB9ED69C15}" dt="2025-05-15T22:07:17.828" v="346"/>
          <ac:spMkLst>
            <pc:docMk/>
            <pc:sldMk cId="836538604" sldId="263"/>
            <ac:spMk id="21" creationId="{B58F620C-1FDB-AB62-8283-B5D37180B90A}"/>
          </ac:spMkLst>
        </pc:spChg>
        <pc:grpChg chg="mod">
          <ac:chgData name="Guest User" userId="S::urn:spo:tenantanon#dddda8be-7fc1-4b83-bc6d-7291c5724dd6::" providerId="AD" clId="Web-{B90F9529-9194-50A6-DD64-97BB9ED69C15}" dt="2025-05-15T22:01:32.716" v="305" actId="1076"/>
          <ac:grpSpMkLst>
            <pc:docMk/>
            <pc:sldMk cId="836538604" sldId="263"/>
            <ac:grpSpMk id="2" creationId="{3659AD05-2D28-59AB-2B8F-8A0C7518EA8B}"/>
          </ac:grpSpMkLst>
        </pc:grpChg>
        <pc:grpChg chg="mod">
          <ac:chgData name="Guest User" userId="S::urn:spo:tenantanon#dddda8be-7fc1-4b83-bc6d-7291c5724dd6::" providerId="AD" clId="Web-{B90F9529-9194-50A6-DD64-97BB9ED69C15}" dt="2025-05-15T22:06:12.309" v="335" actId="1076"/>
          <ac:grpSpMkLst>
            <pc:docMk/>
            <pc:sldMk cId="836538604" sldId="263"/>
            <ac:grpSpMk id="8" creationId="{7D145CCD-5B91-F25D-34B9-9B30FD289F7E}"/>
          </ac:grpSpMkLst>
        </pc:grpChg>
        <pc:grpChg chg="del">
          <ac:chgData name="Guest User" userId="S::urn:spo:tenantanon#dddda8be-7fc1-4b83-bc6d-7291c5724dd6::" providerId="AD" clId="Web-{B90F9529-9194-50A6-DD64-97BB9ED69C15}" dt="2025-05-15T21:32:55.209" v="65"/>
          <ac:grpSpMkLst>
            <pc:docMk/>
            <pc:sldMk cId="836538604" sldId="263"/>
            <ac:grpSpMk id="14" creationId="{5203DE45-EB1E-3CAD-012C-F1001DEB1AC2}"/>
          </ac:grpSpMkLst>
        </pc:grpChg>
        <pc:grpChg chg="mod">
          <ac:chgData name="Guest User" userId="S::urn:spo:tenantanon#dddda8be-7fc1-4b83-bc6d-7291c5724dd6::" providerId="AD" clId="Web-{B90F9529-9194-50A6-DD64-97BB9ED69C15}" dt="2025-05-15T21:34:18.650" v="77" actId="14100"/>
          <ac:grpSpMkLst>
            <pc:docMk/>
            <pc:sldMk cId="836538604" sldId="263"/>
            <ac:grpSpMk id="19" creationId="{AADCF182-9F05-5DD8-4823-1F994AA640DB}"/>
          </ac:grpSpMkLst>
        </pc:grpChg>
        <pc:picChg chg="add del mod">
          <ac:chgData name="Guest User" userId="S::urn:spo:tenantanon#dddda8be-7fc1-4b83-bc6d-7291c5724dd6::" providerId="AD" clId="Web-{B90F9529-9194-50A6-DD64-97BB9ED69C15}" dt="2025-05-15T22:03:19.347" v="317"/>
          <ac:picMkLst>
            <pc:docMk/>
            <pc:sldMk cId="836538604" sldId="263"/>
            <ac:picMk id="12" creationId="{234DB705-6113-999C-E4F3-73A7E33FB25D}"/>
          </ac:picMkLst>
        </pc:picChg>
        <pc:picChg chg="add del mod">
          <ac:chgData name="Guest User" userId="S::urn:spo:tenantanon#dddda8be-7fc1-4b83-bc6d-7291c5724dd6::" providerId="AD" clId="Web-{B90F9529-9194-50A6-DD64-97BB9ED69C15}" dt="2025-05-15T22:03:12.190" v="316"/>
          <ac:picMkLst>
            <pc:docMk/>
            <pc:sldMk cId="836538604" sldId="263"/>
            <ac:picMk id="13" creationId="{BD63F24B-484F-E482-45C3-67A81595148D}"/>
          </ac:picMkLst>
        </pc:picChg>
      </pc:sldChg>
      <pc:sldChg chg="addSp delSp modSp">
        <pc:chgData name="Guest User" userId="S::urn:spo:tenantanon#dddda8be-7fc1-4b83-bc6d-7291c5724dd6::" providerId="AD" clId="Web-{B90F9529-9194-50A6-DD64-97BB9ED69C15}" dt="2025-05-15T22:04:22.459" v="327" actId="1076"/>
        <pc:sldMkLst>
          <pc:docMk/>
          <pc:sldMk cId="2309264669" sldId="264"/>
        </pc:sldMkLst>
        <pc:spChg chg="del">
          <ac:chgData name="Guest User" userId="S::urn:spo:tenantanon#dddda8be-7fc1-4b83-bc6d-7291c5724dd6::" providerId="AD" clId="Web-{B90F9529-9194-50A6-DD64-97BB9ED69C15}" dt="2025-05-15T21:54:11.773" v="208"/>
          <ac:spMkLst>
            <pc:docMk/>
            <pc:sldMk cId="2309264669" sldId="264"/>
            <ac:spMk id="12" creationId="{C8C3F26C-87F4-1084-214A-AB6B297BBB6A}"/>
          </ac:spMkLst>
        </pc:spChg>
        <pc:spChg chg="mod">
          <ac:chgData name="Guest User" userId="S::urn:spo:tenantanon#dddda8be-7fc1-4b83-bc6d-7291c5724dd6::" providerId="AD" clId="Web-{B90F9529-9194-50A6-DD64-97BB9ED69C15}" dt="2025-05-15T21:56:56.109" v="267" actId="1076"/>
          <ac:spMkLst>
            <pc:docMk/>
            <pc:sldMk cId="2309264669" sldId="264"/>
            <ac:spMk id="13" creationId="{C0A6D155-F99D-2BEF-F9F8-C409873E23C3}"/>
          </ac:spMkLst>
        </pc:spChg>
        <pc:picChg chg="del mod modCrop">
          <ac:chgData name="Guest User" userId="S::urn:spo:tenantanon#dddda8be-7fc1-4b83-bc6d-7291c5724dd6::" providerId="AD" clId="Web-{B90F9529-9194-50A6-DD64-97BB9ED69C15}" dt="2025-05-15T22:04:05.599" v="324"/>
          <ac:picMkLst>
            <pc:docMk/>
            <pc:sldMk cId="2309264669" sldId="264"/>
            <ac:picMk id="12" creationId="{C95F04B5-80AF-D857-61E9-095C908B175D}"/>
          </ac:picMkLst>
        </pc:picChg>
        <pc:picChg chg="add mod">
          <ac:chgData name="Guest User" userId="S::urn:spo:tenantanon#dddda8be-7fc1-4b83-bc6d-7291c5724dd6::" providerId="AD" clId="Web-{B90F9529-9194-50A6-DD64-97BB9ED69C15}" dt="2025-05-15T22:04:22.459" v="327" actId="1076"/>
          <ac:picMkLst>
            <pc:docMk/>
            <pc:sldMk cId="2309264669" sldId="264"/>
            <ac:picMk id="19" creationId="{7BB35FE5-7BBE-9470-6C83-2FCC22CC9837}"/>
          </ac:picMkLst>
        </pc:picChg>
        <pc:inkChg chg="add del">
          <ac:chgData name="Guest User" userId="S::urn:spo:tenantanon#dddda8be-7fc1-4b83-bc6d-7291c5724dd6::" providerId="AD" clId="Web-{B90F9529-9194-50A6-DD64-97BB9ED69C15}" dt="2025-05-15T21:55:45.559" v="240"/>
          <ac:inkMkLst>
            <pc:docMk/>
            <pc:sldMk cId="2309264669" sldId="264"/>
            <ac:inkMk id="22" creationId="{BED64DE0-2B03-4923-1A73-F930F866CA86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7.371" v="237"/>
          <ac:inkMkLst>
            <pc:docMk/>
            <pc:sldMk cId="2309264669" sldId="264"/>
            <ac:inkMk id="23" creationId="{7342046D-C477-1477-0FAF-0B617CE802B1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6.855" v="236"/>
          <ac:inkMkLst>
            <pc:docMk/>
            <pc:sldMk cId="2309264669" sldId="264"/>
            <ac:inkMk id="24" creationId="{9E66E749-46CD-2825-B1C4-B321FA9DF163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6.855" v="235"/>
          <ac:inkMkLst>
            <pc:docMk/>
            <pc:sldMk cId="2309264669" sldId="264"/>
            <ac:inkMk id="25" creationId="{15191E5E-7CE5-410B-A2A0-23B0B4C4909B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6.292" v="234"/>
          <ac:inkMkLst>
            <pc:docMk/>
            <pc:sldMk cId="2309264669" sldId="264"/>
            <ac:inkMk id="26" creationId="{6B94CEFE-107A-CE21-4644-E3F655374B4C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21.323" v="221"/>
          <ac:inkMkLst>
            <pc:docMk/>
            <pc:sldMk cId="2309264669" sldId="264"/>
            <ac:inkMk id="27" creationId="{DE5B260C-7068-57B3-3088-4AA6181EC2D0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21.323" v="220"/>
          <ac:inkMkLst>
            <pc:docMk/>
            <pc:sldMk cId="2309264669" sldId="264"/>
            <ac:inkMk id="28" creationId="{D71932CB-FD71-5584-F0A4-93BCD1EBD98E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1.792" v="229"/>
          <ac:inkMkLst>
            <pc:docMk/>
            <pc:sldMk cId="2309264669" sldId="264"/>
            <ac:inkMk id="29" creationId="{C46EF6AB-10FD-DDBA-C625-18841B3E38E3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26.229" v="224"/>
          <ac:inkMkLst>
            <pc:docMk/>
            <pc:sldMk cId="2309264669" sldId="264"/>
            <ac:inkMk id="30" creationId="{508C4F55-869F-A180-306A-29AC45273531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28.151" v="226"/>
          <ac:inkMkLst>
            <pc:docMk/>
            <pc:sldMk cId="2309264669" sldId="264"/>
            <ac:inkMk id="31" creationId="{E5AD4E5E-A9D3-9797-1DD9-A3AAD7C00764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29.948" v="228"/>
          <ac:inkMkLst>
            <pc:docMk/>
            <pc:sldMk cId="2309264669" sldId="264"/>
            <ac:inkMk id="32" creationId="{4CE207DD-E19E-7878-F991-8E50438CFA83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5.699" v="233"/>
          <ac:inkMkLst>
            <pc:docMk/>
            <pc:sldMk cId="2309264669" sldId="264"/>
            <ac:inkMk id="33" creationId="{281700A3-A385-B170-4DA3-B1F61700CE85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35.308" v="232"/>
          <ac:inkMkLst>
            <pc:docMk/>
            <pc:sldMk cId="2309264669" sldId="264"/>
            <ac:inkMk id="34" creationId="{4EA4F753-97C2-F09A-76C7-45B69760E17E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52.731" v="244"/>
          <ac:inkMkLst>
            <pc:docMk/>
            <pc:sldMk cId="2309264669" sldId="264"/>
            <ac:inkMk id="35" creationId="{733FA58A-4CE7-6C78-B426-103E9088B9DD}"/>
          </ac:inkMkLst>
        </pc:inkChg>
        <pc:inkChg chg="add del">
          <ac:chgData name="Guest User" userId="S::urn:spo:tenantanon#dddda8be-7fc1-4b83-bc6d-7291c5724dd6::" providerId="AD" clId="Web-{B90F9529-9194-50A6-DD64-97BB9ED69C15}" dt="2025-05-15T21:55:50.949" v="243"/>
          <ac:inkMkLst>
            <pc:docMk/>
            <pc:sldMk cId="2309264669" sldId="264"/>
            <ac:inkMk id="36" creationId="{7E794F63-9BBC-67CF-AB03-48F52A571844}"/>
          </ac:inkMkLst>
        </pc:inkChg>
      </pc:sldChg>
      <pc:sldChg chg="addSp delSp modSp">
        <pc:chgData name="Guest User" userId="S::urn:spo:tenantanon#dddda8be-7fc1-4b83-bc6d-7291c5724dd6::" providerId="AD" clId="Web-{B90F9529-9194-50A6-DD64-97BB9ED69C15}" dt="2025-05-15T22:03:49.911" v="323" actId="1076"/>
        <pc:sldMkLst>
          <pc:docMk/>
          <pc:sldMk cId="2621803294" sldId="265"/>
        </pc:sldMkLst>
        <pc:spChg chg="add del mod">
          <ac:chgData name="Guest User" userId="S::urn:spo:tenantanon#dddda8be-7fc1-4b83-bc6d-7291c5724dd6::" providerId="AD" clId="Web-{B90F9529-9194-50A6-DD64-97BB9ED69C15}" dt="2025-05-15T21:45:51.342" v="155"/>
          <ac:spMkLst>
            <pc:docMk/>
            <pc:sldMk cId="2621803294" sldId="265"/>
            <ac:spMk id="2" creationId="{85A9EE38-F078-8CB4-AB70-9CF3B55DB075}"/>
          </ac:spMkLst>
        </pc:spChg>
        <pc:spChg chg="add del">
          <ac:chgData name="Guest User" userId="S::urn:spo:tenantanon#dddda8be-7fc1-4b83-bc6d-7291c5724dd6::" providerId="AD" clId="Web-{B90F9529-9194-50A6-DD64-97BB9ED69C15}" dt="2025-05-15T21:39:04.477" v="102"/>
          <ac:spMkLst>
            <pc:docMk/>
            <pc:sldMk cId="2621803294" sldId="265"/>
            <ac:spMk id="3" creationId="{6F6629D6-824C-E493-D9C9-4CA24D7A5EAF}"/>
          </ac:spMkLst>
        </pc:spChg>
        <pc:spChg chg="add del">
          <ac:chgData name="Guest User" userId="S::urn:spo:tenantanon#dddda8be-7fc1-4b83-bc6d-7291c5724dd6::" providerId="AD" clId="Web-{B90F9529-9194-50A6-DD64-97BB9ED69C15}" dt="2025-05-15T21:39:17.181" v="104"/>
          <ac:spMkLst>
            <pc:docMk/>
            <pc:sldMk cId="2621803294" sldId="265"/>
            <ac:spMk id="4" creationId="{E013F1C5-9EC2-7DBD-A210-A005C5433D9D}"/>
          </ac:spMkLst>
        </pc:spChg>
        <pc:spChg chg="add mod">
          <ac:chgData name="Guest User" userId="S::urn:spo:tenantanon#dddda8be-7fc1-4b83-bc6d-7291c5724dd6::" providerId="AD" clId="Web-{B90F9529-9194-50A6-DD64-97BB9ED69C15}" dt="2025-05-15T21:39:52.167" v="111" actId="1076"/>
          <ac:spMkLst>
            <pc:docMk/>
            <pc:sldMk cId="2621803294" sldId="265"/>
            <ac:spMk id="5" creationId="{BC4D046A-50E0-3317-2ED3-F213B379324B}"/>
          </ac:spMkLst>
        </pc:spChg>
        <pc:spChg chg="add del mod">
          <ac:chgData name="Guest User" userId="S::urn:spo:tenantanon#dddda8be-7fc1-4b83-bc6d-7291c5724dd6::" providerId="AD" clId="Web-{B90F9529-9194-50A6-DD64-97BB9ED69C15}" dt="2025-05-15T21:45:55.576" v="157"/>
          <ac:spMkLst>
            <pc:docMk/>
            <pc:sldMk cId="2621803294" sldId="265"/>
            <ac:spMk id="6" creationId="{2B74AC9F-E07D-2AD6-4F46-67FB69EF4EEE}"/>
          </ac:spMkLst>
        </pc:spChg>
        <pc:spChg chg="add del mod">
          <ac:chgData name="Guest User" userId="S::urn:spo:tenantanon#dddda8be-7fc1-4b83-bc6d-7291c5724dd6::" providerId="AD" clId="Web-{B90F9529-9194-50A6-DD64-97BB9ED69C15}" dt="2025-05-15T21:45:53.857" v="156"/>
          <ac:spMkLst>
            <pc:docMk/>
            <pc:sldMk cId="2621803294" sldId="265"/>
            <ac:spMk id="7" creationId="{B95CE85F-CBBB-7880-BB2C-3D0A7270BD7F}"/>
          </ac:spMkLst>
        </pc:spChg>
        <pc:spChg chg="add del mod">
          <ac:chgData name="Guest User" userId="S::urn:spo:tenantanon#dddda8be-7fc1-4b83-bc6d-7291c5724dd6::" providerId="AD" clId="Web-{B90F9529-9194-50A6-DD64-97BB9ED69C15}" dt="2025-05-15T21:45:44.669" v="153"/>
          <ac:spMkLst>
            <pc:docMk/>
            <pc:sldMk cId="2621803294" sldId="265"/>
            <ac:spMk id="8" creationId="{1FAD8B69-8A3E-FE06-544A-AD69431EC754}"/>
          </ac:spMkLst>
        </pc:spChg>
        <pc:spChg chg="add del mod">
          <ac:chgData name="Guest User" userId="S::urn:spo:tenantanon#dddda8be-7fc1-4b83-bc6d-7291c5724dd6::" providerId="AD" clId="Web-{B90F9529-9194-50A6-DD64-97BB9ED69C15}" dt="2025-05-15T21:47:00.345" v="168"/>
          <ac:spMkLst>
            <pc:docMk/>
            <pc:sldMk cId="2621803294" sldId="265"/>
            <ac:spMk id="9" creationId="{CEA2996B-DF69-A23E-26AE-E240D22A30DD}"/>
          </ac:spMkLst>
        </pc:spChg>
        <pc:picChg chg="del mod">
          <ac:chgData name="Guest User" userId="S::urn:spo:tenantanon#dddda8be-7fc1-4b83-bc6d-7291c5724dd6::" providerId="AD" clId="Web-{B90F9529-9194-50A6-DD64-97BB9ED69C15}" dt="2025-05-15T21:57:21.766" v="269"/>
          <ac:picMkLst>
            <pc:docMk/>
            <pc:sldMk cId="2621803294" sldId="265"/>
            <ac:picMk id="7" creationId="{056880F2-64DF-AC72-68B7-872B9543F3E0}"/>
          </ac:picMkLst>
        </pc:picChg>
        <pc:picChg chg="del mod">
          <ac:chgData name="Guest User" userId="S::urn:spo:tenantanon#dddda8be-7fc1-4b83-bc6d-7291c5724dd6::" providerId="AD" clId="Web-{B90F9529-9194-50A6-DD64-97BB9ED69C15}" dt="2025-05-15T21:58:16.066" v="274"/>
          <ac:picMkLst>
            <pc:docMk/>
            <pc:sldMk cId="2621803294" sldId="265"/>
            <ac:picMk id="9" creationId="{27A30A85-1F72-EEBB-13EE-B76363E3B4FC}"/>
          </ac:picMkLst>
        </pc:picChg>
        <pc:picChg chg="del">
          <ac:chgData name="Guest User" userId="S::urn:spo:tenantanon#dddda8be-7fc1-4b83-bc6d-7291c5724dd6::" providerId="AD" clId="Web-{B90F9529-9194-50A6-DD64-97BB9ED69C15}" dt="2025-05-15T21:48:58.773" v="188"/>
          <ac:picMkLst>
            <pc:docMk/>
            <pc:sldMk cId="2621803294" sldId="265"/>
            <ac:picMk id="10" creationId="{4654A94F-381E-0918-023C-4ADDD8430055}"/>
          </ac:picMkLst>
        </pc:picChg>
        <pc:picChg chg="mod modCrop">
          <ac:chgData name="Guest User" userId="S::urn:spo:tenantanon#dddda8be-7fc1-4b83-bc6d-7291c5724dd6::" providerId="AD" clId="Web-{B90F9529-9194-50A6-DD64-97BB9ED69C15}" dt="2025-05-15T22:03:49.911" v="323" actId="1076"/>
          <ac:picMkLst>
            <pc:docMk/>
            <pc:sldMk cId="2621803294" sldId="265"/>
            <ac:picMk id="11" creationId="{437C148D-71C8-08E5-7D11-602EF7FD0DEA}"/>
          </ac:picMkLst>
        </pc:picChg>
        <pc:picChg chg="add del mod">
          <ac:chgData name="Guest User" userId="S::urn:spo:tenantanon#dddda8be-7fc1-4b83-bc6d-7291c5724dd6::" providerId="AD" clId="Web-{B90F9529-9194-50A6-DD64-97BB9ED69C15}" dt="2025-05-15T21:43:16.396" v="135"/>
          <ac:picMkLst>
            <pc:docMk/>
            <pc:sldMk cId="2621803294" sldId="265"/>
            <ac:picMk id="11" creationId="{9180025A-E08C-AB22-0DB3-5C23A08C1BB9}"/>
          </ac:picMkLst>
        </pc:picChg>
        <pc:picChg chg="add mod">
          <ac:chgData name="Guest User" userId="S::urn:spo:tenantanon#dddda8be-7fc1-4b83-bc6d-7291c5724dd6::" providerId="AD" clId="Web-{B90F9529-9194-50A6-DD64-97BB9ED69C15}" dt="2025-05-15T21:58:04.909" v="273" actId="1076"/>
          <ac:picMkLst>
            <pc:docMk/>
            <pc:sldMk cId="2621803294" sldId="265"/>
            <ac:picMk id="13" creationId="{163B7BCE-D0EB-0D81-3DAE-45529ABAA3ED}"/>
          </ac:picMkLst>
        </pc:picChg>
        <pc:picChg chg="mod">
          <ac:chgData name="Guest User" userId="S::urn:spo:tenantanon#dddda8be-7fc1-4b83-bc6d-7291c5724dd6::" providerId="AD" clId="Web-{B90F9529-9194-50A6-DD64-97BB9ED69C15}" dt="2025-05-15T21:58:43.224" v="279" actId="14100"/>
          <ac:picMkLst>
            <pc:docMk/>
            <pc:sldMk cId="2621803294" sldId="265"/>
            <ac:picMk id="14" creationId="{6CF71DA8-0305-4553-E6CD-7BC5BB83C478}"/>
          </ac:picMkLst>
        </pc:picChg>
        <pc:picChg chg="add mod">
          <ac:chgData name="Guest User" userId="S::urn:spo:tenantanon#dddda8be-7fc1-4b83-bc6d-7291c5724dd6::" providerId="AD" clId="Web-{B90F9529-9194-50A6-DD64-97BB9ED69C15}" dt="2025-05-15T22:03:45.692" v="321" actId="1076"/>
          <ac:picMkLst>
            <pc:docMk/>
            <pc:sldMk cId="2621803294" sldId="265"/>
            <ac:picMk id="15" creationId="{0959354B-47BD-F4E3-4134-4DD7569E42DD}"/>
          </ac:picMkLst>
        </pc:picChg>
        <pc:picChg chg="add mod">
          <ac:chgData name="Guest User" userId="S::urn:spo:tenantanon#dddda8be-7fc1-4b83-bc6d-7291c5724dd6::" providerId="AD" clId="Web-{B90F9529-9194-50A6-DD64-97BB9ED69C15}" dt="2025-05-15T22:03:47.911" v="322" actId="1076"/>
          <ac:picMkLst>
            <pc:docMk/>
            <pc:sldMk cId="2621803294" sldId="265"/>
            <ac:picMk id="17" creationId="{A85FE6BB-50FB-F605-F9C7-FAA48271AF70}"/>
          </ac:picMkLst>
        </pc:picChg>
        <pc:picChg chg="add del mod">
          <ac:chgData name="Guest User" userId="S::urn:spo:tenantanon#dddda8be-7fc1-4b83-bc6d-7291c5724dd6::" providerId="AD" clId="Web-{B90F9529-9194-50A6-DD64-97BB9ED69C15}" dt="2025-05-15T21:58:01.065" v="272"/>
          <ac:picMkLst>
            <pc:docMk/>
            <pc:sldMk cId="2621803294" sldId="265"/>
            <ac:picMk id="19" creationId="{3E6295EE-B2CB-7466-E8D0-83EDD0F3573C}"/>
          </ac:picMkLst>
        </pc:picChg>
      </pc:sldChg>
      <pc:sldChg chg="modSp addAnim">
        <pc:chgData name="Guest User" userId="S::urn:spo:tenantanon#dddda8be-7fc1-4b83-bc6d-7291c5724dd6::" providerId="AD" clId="Web-{B90F9529-9194-50A6-DD64-97BB9ED69C15}" dt="2025-05-15T21:43:42.788" v="138"/>
        <pc:sldMkLst>
          <pc:docMk/>
          <pc:sldMk cId="817067220" sldId="266"/>
        </pc:sldMkLst>
        <pc:picChg chg="mod">
          <ac:chgData name="Guest User" userId="S::urn:spo:tenantanon#dddda8be-7fc1-4b83-bc6d-7291c5724dd6::" providerId="AD" clId="Web-{B90F9529-9194-50A6-DD64-97BB9ED69C15}" dt="2025-05-15T21:43:42.788" v="138"/>
          <ac:picMkLst>
            <pc:docMk/>
            <pc:sldMk cId="817067220" sldId="266"/>
            <ac:picMk id="3" creationId="{98E66B4A-7FBD-A32E-84FF-307440BC55AC}"/>
          </ac:picMkLst>
        </pc:picChg>
      </pc:sldChg>
      <pc:sldChg chg="addSp delSp modSp addAnim">
        <pc:chgData name="Guest User" userId="S::urn:spo:tenantanon#dddda8be-7fc1-4b83-bc6d-7291c5724dd6::" providerId="AD" clId="Web-{B90F9529-9194-50A6-DD64-97BB9ED69C15}" dt="2025-05-15T21:53:50.334" v="207" actId="1076"/>
        <pc:sldMkLst>
          <pc:docMk/>
          <pc:sldMk cId="1680103966" sldId="267"/>
        </pc:sldMkLst>
        <pc:picChg chg="add">
          <ac:chgData name="Guest User" userId="S::urn:spo:tenantanon#dddda8be-7fc1-4b83-bc6d-7291c5724dd6::" providerId="AD" clId="Web-{B90F9529-9194-50A6-DD64-97BB9ED69C15}" dt="2025-05-15T21:43:53.992" v="139"/>
          <ac:picMkLst>
            <pc:docMk/>
            <pc:sldMk cId="1680103966" sldId="267"/>
            <ac:picMk id="4" creationId="{E9A76473-993B-E802-5E4E-B4BA54CB6FF9}"/>
          </ac:picMkLst>
        </pc:picChg>
        <pc:picChg chg="mod">
          <ac:chgData name="Guest User" userId="S::urn:spo:tenantanon#dddda8be-7fc1-4b83-bc6d-7291c5724dd6::" providerId="AD" clId="Web-{B90F9529-9194-50A6-DD64-97BB9ED69C15}" dt="2025-05-15T21:44:31.306" v="141" actId="1076"/>
          <ac:picMkLst>
            <pc:docMk/>
            <pc:sldMk cId="1680103966" sldId="267"/>
            <ac:picMk id="5" creationId="{E1984099-0C95-3E0B-0E35-1348F7BEF71C}"/>
          </ac:picMkLst>
        </pc:picChg>
        <pc:picChg chg="mod">
          <ac:chgData name="Guest User" userId="S::urn:spo:tenantanon#dddda8be-7fc1-4b83-bc6d-7291c5724dd6::" providerId="AD" clId="Web-{B90F9529-9194-50A6-DD64-97BB9ED69C15}" dt="2025-05-15T21:48:48.741" v="187" actId="14100"/>
          <ac:picMkLst>
            <pc:docMk/>
            <pc:sldMk cId="1680103966" sldId="267"/>
            <ac:picMk id="7" creationId="{BD89E5F0-B9C8-3EC1-0DE7-4F9686925A0E}"/>
          </ac:picMkLst>
        </pc:picChg>
        <pc:picChg chg="mod">
          <ac:chgData name="Guest User" userId="S::urn:spo:tenantanon#dddda8be-7fc1-4b83-bc6d-7291c5724dd6::" providerId="AD" clId="Web-{B90F9529-9194-50A6-DD64-97BB9ED69C15}" dt="2025-05-15T21:46:24.234" v="161" actId="14100"/>
          <ac:picMkLst>
            <pc:docMk/>
            <pc:sldMk cId="1680103966" sldId="267"/>
            <ac:picMk id="9" creationId="{9D4714BE-36F8-884B-1D0E-E11C3080FE79}"/>
          </ac:picMkLst>
        </pc:picChg>
        <pc:picChg chg="del">
          <ac:chgData name="Guest User" userId="S::urn:spo:tenantanon#dddda8be-7fc1-4b83-bc6d-7291c5724dd6::" providerId="AD" clId="Web-{B90F9529-9194-50A6-DD64-97BB9ED69C15}" dt="2025-05-15T21:47:14.095" v="169"/>
          <ac:picMkLst>
            <pc:docMk/>
            <pc:sldMk cId="1680103966" sldId="267"/>
            <ac:picMk id="11" creationId="{890136B1-22FC-F672-F3B0-C30E8C55E035}"/>
          </ac:picMkLst>
        </pc:picChg>
        <pc:picChg chg="mod">
          <ac:chgData name="Guest User" userId="S::urn:spo:tenantanon#dddda8be-7fc1-4b83-bc6d-7291c5724dd6::" providerId="AD" clId="Web-{B90F9529-9194-50A6-DD64-97BB9ED69C15}" dt="2025-05-15T21:47:24.205" v="171" actId="1076"/>
          <ac:picMkLst>
            <pc:docMk/>
            <pc:sldMk cId="1680103966" sldId="267"/>
            <ac:picMk id="13" creationId="{37A3A1DA-11B5-0057-CC82-A3CA68C17069}"/>
          </ac:picMkLst>
        </pc:picChg>
        <pc:picChg chg="mod modCrop">
          <ac:chgData name="Guest User" userId="S::urn:spo:tenantanon#dddda8be-7fc1-4b83-bc6d-7291c5724dd6::" providerId="AD" clId="Web-{B90F9529-9194-50A6-DD64-97BB9ED69C15}" dt="2025-05-15T21:52:03.876" v="202"/>
          <ac:picMkLst>
            <pc:docMk/>
            <pc:sldMk cId="1680103966" sldId="267"/>
            <ac:picMk id="15" creationId="{A7B0ADFD-D0B7-47ED-93E1-41DFFFC68A21}"/>
          </ac:picMkLst>
        </pc:picChg>
        <pc:picChg chg="mod modCrop">
          <ac:chgData name="Guest User" userId="S::urn:spo:tenantanon#dddda8be-7fc1-4b83-bc6d-7291c5724dd6::" providerId="AD" clId="Web-{B90F9529-9194-50A6-DD64-97BB9ED69C15}" dt="2025-05-15T21:53:50.334" v="207" actId="1076"/>
          <ac:picMkLst>
            <pc:docMk/>
            <pc:sldMk cId="1680103966" sldId="267"/>
            <ac:picMk id="19" creationId="{EC16098C-DA3B-9435-67B1-27020E13ED78}"/>
          </ac:picMkLst>
        </pc:picChg>
      </pc:sldChg>
      <pc:sldChg chg="add del replId">
        <pc:chgData name="Guest User" userId="S::urn:spo:tenantanon#dddda8be-7fc1-4b83-bc6d-7291c5724dd6::" providerId="AD" clId="Web-{B90F9529-9194-50A6-DD64-97BB9ED69C15}" dt="2025-05-15T21:47:38.206" v="175"/>
        <pc:sldMkLst>
          <pc:docMk/>
          <pc:sldMk cId="1045319896" sldId="268"/>
        </pc:sldMkLst>
      </pc:sldChg>
      <pc:sldChg chg="add del replId">
        <pc:chgData name="Guest User" userId="S::urn:spo:tenantanon#dddda8be-7fc1-4b83-bc6d-7291c5724dd6::" providerId="AD" clId="Web-{B90F9529-9194-50A6-DD64-97BB9ED69C15}" dt="2025-05-15T21:47:34.393" v="173"/>
        <pc:sldMkLst>
          <pc:docMk/>
          <pc:sldMk cId="4143527234" sldId="268"/>
        </pc:sldMkLst>
      </pc:sldChg>
      <pc:sldChg chg="add del replId">
        <pc:chgData name="Guest User" userId="S::urn:spo:tenantanon#dddda8be-7fc1-4b83-bc6d-7291c5724dd6::" providerId="AD" clId="Web-{B90F9529-9194-50A6-DD64-97BB9ED69C15}" dt="2025-05-15T21:44:39.697" v="143"/>
        <pc:sldMkLst>
          <pc:docMk/>
          <pc:sldMk cId="4283718244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18097-6E94-4FCD-8FEB-44FF56DCC577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2C9CB-DDC7-4E53-A98F-BF21197C2D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26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2C9CB-DDC7-4E53-A98F-BF21197C2D3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4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72834" y="0"/>
            <a:ext cx="7153266" cy="10287000"/>
          </a:xfrm>
          <a:prstGeom prst="rect">
            <a:avLst/>
          </a:prstGeom>
          <a:solidFill>
            <a:srgbClr val="F8F6F4"/>
          </a:solid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1172834" y="7934216"/>
            <a:ext cx="2367750" cy="2352784"/>
            <a:chOff x="0" y="0"/>
            <a:chExt cx="623605" cy="6196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3605" cy="619663"/>
            </a:xfrm>
            <a:custGeom>
              <a:avLst/>
              <a:gdLst/>
              <a:ahLst/>
              <a:cxnLst/>
              <a:rect l="l" t="t" r="r" b="b"/>
              <a:pathLst>
                <a:path w="623605" h="619663">
                  <a:moveTo>
                    <a:pt x="0" y="0"/>
                  </a:moveTo>
                  <a:lnTo>
                    <a:pt x="623605" y="0"/>
                  </a:lnTo>
                  <a:lnTo>
                    <a:pt x="623605" y="619663"/>
                  </a:lnTo>
                  <a:lnTo>
                    <a:pt x="0" y="619663"/>
                  </a:lnTo>
                  <a:close/>
                </a:path>
              </a:pathLst>
            </a:custGeom>
            <a:solidFill>
              <a:srgbClr val="EB5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23605" cy="667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65592" y="5581432"/>
            <a:ext cx="2367750" cy="2352784"/>
            <a:chOff x="0" y="0"/>
            <a:chExt cx="623605" cy="6196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605" cy="619663"/>
            </a:xfrm>
            <a:custGeom>
              <a:avLst/>
              <a:gdLst/>
              <a:ahLst/>
              <a:cxnLst/>
              <a:rect l="l" t="t" r="r" b="b"/>
              <a:pathLst>
                <a:path w="623605" h="619663">
                  <a:moveTo>
                    <a:pt x="0" y="0"/>
                  </a:moveTo>
                  <a:lnTo>
                    <a:pt x="623605" y="0"/>
                  </a:lnTo>
                  <a:lnTo>
                    <a:pt x="623605" y="619663"/>
                  </a:lnTo>
                  <a:lnTo>
                    <a:pt x="0" y="619663"/>
                  </a:lnTo>
                  <a:close/>
                </a:path>
              </a:pathLst>
            </a:custGeom>
            <a:solidFill>
              <a:srgbClr val="15151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23605" cy="667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933342" y="5566466"/>
            <a:ext cx="2367750" cy="23677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33342" y="7934216"/>
            <a:ext cx="2367750" cy="2352784"/>
            <a:chOff x="0" y="0"/>
            <a:chExt cx="623605" cy="6196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3605" cy="619663"/>
            </a:xfrm>
            <a:custGeom>
              <a:avLst/>
              <a:gdLst/>
              <a:ahLst/>
              <a:cxnLst/>
              <a:rect l="l" t="t" r="r" b="b"/>
              <a:pathLst>
                <a:path w="623605" h="619663">
                  <a:moveTo>
                    <a:pt x="0" y="0"/>
                  </a:moveTo>
                  <a:lnTo>
                    <a:pt x="623605" y="0"/>
                  </a:lnTo>
                  <a:lnTo>
                    <a:pt x="623605" y="619663"/>
                  </a:lnTo>
                  <a:lnTo>
                    <a:pt x="0" y="619663"/>
                  </a:lnTo>
                  <a:close/>
                </a:path>
              </a:pathLst>
            </a:custGeom>
            <a:solidFill>
              <a:srgbClr val="15151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23605" cy="667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0" y="6757824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838200" y="7934216"/>
            <a:ext cx="6438900" cy="1514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64"/>
              </a:lnSpc>
            </a:pPr>
            <a:r>
              <a:rPr lang="en-US" sz="2100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rPr>
              <a:t>FA22-BCS-053-A -&gt; Muhammad Ahmad Raza</a:t>
            </a:r>
          </a:p>
          <a:p>
            <a:pPr marL="0" lvl="0" indent="0" algn="l">
              <a:lnSpc>
                <a:spcPts val="2964"/>
              </a:lnSpc>
            </a:pPr>
            <a:r>
              <a:rPr lang="en-US" sz="2100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rPr>
              <a:t>FA22-BCS-084-A -&gt; </a:t>
            </a:r>
            <a:r>
              <a:rPr lang="en-US" sz="2100" err="1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rPr>
              <a:t>Shehriyar</a:t>
            </a:r>
            <a:r>
              <a:rPr lang="en-US" sz="2100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rPr>
              <a:t> Aslam</a:t>
            </a:r>
            <a:endParaRPr lang="en-US" sz="2100">
              <a:solidFill>
                <a:srgbClr val="F8F6F4"/>
              </a:solidFill>
              <a:latin typeface="Fira Sans"/>
              <a:ea typeface="Fira Sans"/>
              <a:cs typeface="Fira Sans"/>
            </a:endParaRPr>
          </a:p>
          <a:p>
            <a:pPr>
              <a:lnSpc>
                <a:spcPts val="2964"/>
              </a:lnSpc>
            </a:pPr>
            <a:r>
              <a:rPr lang="en-US" sz="2100">
                <a:solidFill>
                  <a:srgbClr val="F8F6F4"/>
                </a:solidFill>
                <a:latin typeface="Fira Sans"/>
              </a:rPr>
              <a:t>FA22-bcs-069-A -&gt; Muhammad Zaryab Safder</a:t>
            </a:r>
            <a:endParaRPr lang="en-US"/>
          </a:p>
          <a:p>
            <a:pPr marL="0" lvl="0" indent="0" algn="l">
              <a:lnSpc>
                <a:spcPts val="2964"/>
              </a:lnSpc>
            </a:pPr>
            <a:r>
              <a:rPr lang="en-US" sz="2100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rPr>
              <a:t>FA22-BCS-157-A -&gt; Muhammad Hasaan</a:t>
            </a:r>
            <a:endParaRPr lang="en-US" sz="2100">
              <a:solidFill>
                <a:srgbClr val="F8F6F4"/>
              </a:solidFill>
              <a:latin typeface="Fira Sans"/>
              <a:ea typeface="Fira Sans"/>
              <a:cs typeface="Fir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1095375"/>
            <a:ext cx="9883692" cy="2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09"/>
              </a:lnSpc>
            </a:pPr>
            <a:r>
              <a:rPr lang="en-US" sz="7190" b="1" spc="-287">
                <a:solidFill>
                  <a:srgbClr val="F8F6F4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GPU-Accelerated Malware Signature Scanner​</a:t>
            </a:r>
          </a:p>
        </p:txBody>
      </p:sp>
      <p:pic>
        <p:nvPicPr>
          <p:cNvPr id="24" name="Picture 23" descr="A close-up of a computer fan&#10;&#10;AI-generated content may be incorrect.">
            <a:extLst>
              <a:ext uri="{FF2B5EF4-FFF2-40B4-BE49-F238E27FC236}">
                <a16:creationId xmlns:a16="http://schemas.microsoft.com/office/drawing/2014/main" id="{916F4E1A-98FF-E958-0188-56FFB81774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785" y="578663"/>
            <a:ext cx="6973364" cy="3916790"/>
          </a:xfrm>
          <a:prstGeom prst="rect">
            <a:avLst/>
          </a:prstGeom>
        </p:spPr>
      </p:pic>
      <p:pic>
        <p:nvPicPr>
          <p:cNvPr id="4" name="Picture 3" descr="A person holding his hand out&#10;&#10;AI-generated content may be incorrect.">
            <a:extLst>
              <a:ext uri="{FF2B5EF4-FFF2-40B4-BE49-F238E27FC236}">
                <a16:creationId xmlns:a16="http://schemas.microsoft.com/office/drawing/2014/main" id="{9AC43EE8-8E50-0B9C-9B18-A1C9548C3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699" y="8663168"/>
            <a:ext cx="1053282" cy="119468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9EE38-F078-8CB4-AB70-9CF3B55DB0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5400">
              <a:latin typeface="Fira Sans Bold" panose="020B08030500000200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D046A-50E0-3317-2ED3-F213B379324B}"/>
              </a:ext>
            </a:extLst>
          </p:cNvPr>
          <p:cNvSpPr txBox="1"/>
          <p:nvPr/>
        </p:nvSpPr>
        <p:spPr>
          <a:xfrm>
            <a:off x="5818533" y="157701"/>
            <a:ext cx="66413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5400">
                <a:solidFill>
                  <a:srgbClr val="FFFFFF"/>
                </a:solidFill>
                <a:latin typeface="Fira Sans Bold"/>
              </a:rPr>
              <a:t>Team Introduction</a:t>
            </a:r>
            <a:endParaRPr lang="en-US" sz="5400">
              <a:latin typeface="Fira Sans Bold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7C9C4-0517-AEF2-16C1-E3C560813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833" y="1744466"/>
            <a:ext cx="5098550" cy="67980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0D360B-DD3C-939D-7D60-7DBA03F8C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087" y="1175149"/>
            <a:ext cx="6352979" cy="8474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180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90422" y="0"/>
            <a:ext cx="5097578" cy="6541855"/>
            <a:chOff x="0" y="0"/>
            <a:chExt cx="812800" cy="10430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43087"/>
            </a:xfrm>
            <a:custGeom>
              <a:avLst/>
              <a:gdLst/>
              <a:ahLst/>
              <a:cxnLst/>
              <a:rect l="l" t="t" r="r" b="b"/>
              <a:pathLst>
                <a:path w="812800" h="1043087">
                  <a:moveTo>
                    <a:pt x="0" y="0"/>
                  </a:moveTo>
                  <a:lnTo>
                    <a:pt x="812800" y="0"/>
                  </a:lnTo>
                  <a:lnTo>
                    <a:pt x="812800" y="1043087"/>
                  </a:lnTo>
                  <a:lnTo>
                    <a:pt x="0" y="1043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>
                <a:latin typeface="Fira Sans Bold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78245" y="6361029"/>
            <a:ext cx="2112176" cy="2279652"/>
            <a:chOff x="0" y="-47625"/>
            <a:chExt cx="556293" cy="6004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6293" cy="552777"/>
            </a:xfrm>
            <a:custGeom>
              <a:avLst/>
              <a:gdLst/>
              <a:ahLst/>
              <a:cxnLst/>
              <a:rect l="l" t="t" r="r" b="b"/>
              <a:pathLst>
                <a:path w="556293" h="552777">
                  <a:moveTo>
                    <a:pt x="0" y="0"/>
                  </a:moveTo>
                  <a:lnTo>
                    <a:pt x="556293" y="0"/>
                  </a:lnTo>
                  <a:lnTo>
                    <a:pt x="556293" y="552777"/>
                  </a:lnTo>
                  <a:lnTo>
                    <a:pt x="0" y="552777"/>
                  </a:lnTo>
                  <a:close/>
                </a:path>
              </a:pathLst>
            </a:custGeom>
            <a:solidFill>
              <a:srgbClr val="F7BB12"/>
            </a:solidFill>
          </p:spPr>
          <p:txBody>
            <a:bodyPr/>
            <a:lstStyle/>
            <a:p>
              <a:endParaRPr lang="en-GB">
                <a:latin typeface="Fira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56293" cy="60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Fira Sans Bold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30728" y="1940969"/>
            <a:ext cx="17357271" cy="1022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760"/>
              </a:lnSpc>
            </a:pPr>
            <a:r>
              <a:rPr lang="en-US" sz="8000">
                <a:solidFill>
                  <a:schemeClr val="bg1"/>
                </a:solidFill>
                <a:latin typeface="Fira Sans Bold"/>
              </a:rPr>
              <a:t>What is Malware Signature Scanning?</a:t>
            </a:r>
            <a:endParaRPr lang="en-US" sz="8000" b="1">
              <a:solidFill>
                <a:schemeClr val="bg1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8674" y="3963041"/>
            <a:ext cx="9576926" cy="4134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800" b="1">
                <a:solidFill>
                  <a:schemeClr val="bg1"/>
                </a:solidFill>
                <a:latin typeface="Fira Sans Bold"/>
              </a:rPr>
              <a:t>Malware scanners </a:t>
            </a:r>
            <a:r>
              <a:rPr lang="en-US" sz="2800">
                <a:solidFill>
                  <a:schemeClr val="bg1"/>
                </a:solidFill>
                <a:latin typeface="Fira Sans Bold"/>
              </a:rPr>
              <a:t>detect threats using known signature patterns.</a:t>
            </a:r>
          </a:p>
          <a:p>
            <a:pPr marL="0" lvl="0" indent="0" algn="l">
              <a:lnSpc>
                <a:spcPts val="3639"/>
              </a:lnSpc>
            </a:pPr>
            <a:endParaRPr lang="en-US" sz="2799">
              <a:solidFill>
                <a:schemeClr val="bg1"/>
              </a:solidFill>
              <a:latin typeface="Fira Sans Bold"/>
              <a:sym typeface="Fira Sans"/>
            </a:endParaRPr>
          </a:p>
          <a:p>
            <a:pPr marL="0" lvl="0" indent="0" algn="l">
              <a:lnSpc>
                <a:spcPts val="3639"/>
              </a:lnSpc>
            </a:pPr>
            <a:r>
              <a:rPr lang="en-US" sz="2800" b="1">
                <a:solidFill>
                  <a:schemeClr val="bg1"/>
                </a:solidFill>
                <a:latin typeface="Fira Sans Bold"/>
              </a:rPr>
              <a:t>Signature</a:t>
            </a:r>
            <a:r>
              <a:rPr lang="en-US" sz="2800">
                <a:solidFill>
                  <a:schemeClr val="bg1"/>
                </a:solidFill>
                <a:latin typeface="Fira Sans Bold"/>
              </a:rPr>
              <a:t> = sequence of bytes uniquely identifying malware.</a:t>
            </a:r>
          </a:p>
          <a:p>
            <a:pPr marL="0" lvl="0" indent="0" algn="l">
              <a:lnSpc>
                <a:spcPts val="3639"/>
              </a:lnSpc>
            </a:pPr>
            <a:endParaRPr lang="en-US" sz="2799">
              <a:solidFill>
                <a:schemeClr val="bg1"/>
              </a:solidFill>
              <a:latin typeface="Fira Sans Bold"/>
              <a:sym typeface="Fira Sans"/>
            </a:endParaRPr>
          </a:p>
          <a:p>
            <a:pPr marL="0" lvl="0" indent="0" algn="l">
              <a:lnSpc>
                <a:spcPts val="3639"/>
              </a:lnSpc>
            </a:pPr>
            <a:r>
              <a:rPr lang="en-US" sz="2800" b="1">
                <a:solidFill>
                  <a:schemeClr val="bg1"/>
                </a:solidFill>
                <a:latin typeface="Fira Sans Bold"/>
              </a:rPr>
              <a:t>Problem</a:t>
            </a:r>
            <a:r>
              <a:rPr lang="en-US" sz="2800">
                <a:solidFill>
                  <a:schemeClr val="bg1"/>
                </a:solidFill>
                <a:latin typeface="Fira Sans Bold"/>
              </a:rPr>
              <a:t>: Large signature sets + big files = slow scan times.</a:t>
            </a:r>
          </a:p>
          <a:p>
            <a:pPr marL="0" lvl="0" indent="0" algn="l">
              <a:lnSpc>
                <a:spcPts val="3639"/>
              </a:lnSpc>
            </a:pPr>
            <a:endParaRPr lang="en-US" sz="2799">
              <a:solidFill>
                <a:schemeClr val="bg1"/>
              </a:solidFill>
              <a:latin typeface="Fira Sans Bold"/>
              <a:sym typeface="Fira Sans"/>
            </a:endParaRPr>
          </a:p>
          <a:p>
            <a:pPr marL="0" lvl="0" indent="0" algn="l">
              <a:lnSpc>
                <a:spcPts val="3639"/>
              </a:lnSpc>
            </a:pPr>
            <a:r>
              <a:rPr lang="en-US" sz="2800">
                <a:solidFill>
                  <a:schemeClr val="bg1"/>
                </a:solidFill>
                <a:latin typeface="Fira Sans Bold"/>
              </a:rPr>
              <a:t>Goal: Accelerate scanning using GPU parallelism.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66069" y="8459855"/>
            <a:ext cx="2112176" cy="2279652"/>
            <a:chOff x="0" y="-47625"/>
            <a:chExt cx="556293" cy="6004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6293" cy="552777"/>
            </a:xfrm>
            <a:custGeom>
              <a:avLst/>
              <a:gdLst/>
              <a:ahLst/>
              <a:cxnLst/>
              <a:rect l="l" t="t" r="r" b="b"/>
              <a:pathLst>
                <a:path w="556293" h="552777">
                  <a:moveTo>
                    <a:pt x="0" y="0"/>
                  </a:moveTo>
                  <a:lnTo>
                    <a:pt x="556293" y="0"/>
                  </a:lnTo>
                  <a:lnTo>
                    <a:pt x="556293" y="552777"/>
                  </a:lnTo>
                  <a:lnTo>
                    <a:pt x="0" y="552777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>
                <a:latin typeface="Fira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56293" cy="60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>
                <a:latin typeface="Fira Sans Bold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057197" y="7627412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1" y="0"/>
                </a:lnTo>
                <a:lnTo>
                  <a:pt x="4388851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Fira Sans Bold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9516" y="7915314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357838" y="-749039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1200150"/>
            <a:ext cx="16234390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0"/>
              </a:lnSpc>
            </a:pPr>
            <a:r>
              <a:rPr lang="en-GB" sz="8000">
                <a:solidFill>
                  <a:schemeClr val="bg1"/>
                </a:solidFill>
              </a:rPr>
              <a:t>Methodology</a:t>
            </a:r>
            <a:endParaRPr lang="en-US" sz="8000" b="1">
              <a:solidFill>
                <a:schemeClr val="bg1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4910" y="7151409"/>
            <a:ext cx="2566458" cy="18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This step ensures all signature patterns are in a format suitable for GPU processing.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28700" y="3763750"/>
            <a:ext cx="2566458" cy="2533638"/>
            <a:chOff x="0" y="-19051"/>
            <a:chExt cx="3421944" cy="3378184"/>
          </a:xfrm>
        </p:grpSpPr>
        <p:sp>
          <p:nvSpPr>
            <p:cNvPr id="7" name="TextBox 7"/>
            <p:cNvSpPr txBox="1"/>
            <p:nvPr/>
          </p:nvSpPr>
          <p:spPr>
            <a:xfrm>
              <a:off x="0" y="895125"/>
              <a:ext cx="3421944" cy="246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Convert malware signatures from hex to byte arrays, supporting wildcards.</a:t>
              </a:r>
              <a:endParaRPr lang="en-US" sz="2400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1"/>
              <a:ext cx="3421944" cy="493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 b="1">
                  <a:solidFill>
                    <a:schemeClr val="bg1"/>
                  </a:solidFill>
                </a:rPr>
                <a:t>Signature Parsing</a:t>
              </a:r>
              <a:endParaRPr lang="en-US" sz="2300" b="1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>
            <a:off x="1024910" y="6828699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5580887" y="7151409"/>
            <a:ext cx="2566458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GB" sz="2400">
                <a:solidFill>
                  <a:schemeClr val="bg1"/>
                </a:solidFill>
              </a:rPr>
              <a:t>Efficient file loading ensures minimal CPU-GPU bottlenecks.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5584677" y="3763750"/>
            <a:ext cx="2566458" cy="1789845"/>
            <a:chOff x="0" y="-19051"/>
            <a:chExt cx="3421944" cy="238646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95125"/>
              <a:ext cx="3421944" cy="1472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Load the Hex content of the target file to scan.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1"/>
              <a:ext cx="3421944" cy="493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 b="1">
                  <a:solidFill>
                    <a:schemeClr val="bg1"/>
                  </a:solidFill>
                </a:rPr>
                <a:t>File Reading</a:t>
              </a:r>
              <a:endParaRPr lang="en-US" sz="2300" b="1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5580887" y="6828699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0136864" y="7151409"/>
            <a:ext cx="2566458" cy="147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Preprocessing optimizes memory transfer and computation.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0140655" y="3763750"/>
            <a:ext cx="2566458" cy="2533638"/>
            <a:chOff x="0" y="-19051"/>
            <a:chExt cx="3421944" cy="337818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895125"/>
              <a:ext cx="3421944" cy="246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Prepare fixed-size arrays for GPU input, including pattern masks and lengths.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1"/>
              <a:ext cx="3421944" cy="493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 b="1">
                  <a:solidFill>
                    <a:schemeClr val="bg1"/>
                  </a:solidFill>
                </a:rPr>
                <a:t>Data Preparation</a:t>
              </a:r>
              <a:endParaRPr lang="en-US" sz="2300" b="1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0136864" y="6828699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Box 20"/>
          <p:cNvSpPr txBox="1"/>
          <p:nvPr/>
        </p:nvSpPr>
        <p:spPr>
          <a:xfrm>
            <a:off x="14692842" y="7151409"/>
            <a:ext cx="2566458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Ensures high-throughput scanning using device-level operations.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4696632" y="3763750"/>
            <a:ext cx="2566458" cy="1789845"/>
            <a:chOff x="0" y="-19051"/>
            <a:chExt cx="3421944" cy="238646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895125"/>
              <a:ext cx="3421944" cy="1472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Move signature and file data to GPU for parallel matching.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1"/>
              <a:ext cx="3421944" cy="100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 b="1">
                  <a:solidFill>
                    <a:schemeClr val="bg1"/>
                  </a:solidFill>
                </a:rPr>
                <a:t>GPU Memory Transfer</a:t>
              </a:r>
              <a:endParaRPr lang="en-US" sz="2300" b="1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692842" y="6828699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0150"/>
            <a:ext cx="16234390" cy="104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0"/>
              </a:lnSpc>
            </a:pPr>
            <a:r>
              <a:rPr lang="en-GB" sz="8000">
                <a:solidFill>
                  <a:schemeClr val="bg1"/>
                </a:solidFill>
              </a:rPr>
              <a:t>Algorithm</a:t>
            </a:r>
            <a:endParaRPr lang="en-US" sz="8000" b="1">
              <a:solidFill>
                <a:schemeClr val="bg1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4910" y="7151409"/>
            <a:ext cx="2566458" cy="221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This achieves massive parallelism by distributing the scan across thousands of threads.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3763750"/>
            <a:ext cx="2566458" cy="2161742"/>
            <a:chOff x="0" y="-19051"/>
            <a:chExt cx="3421944" cy="2882323"/>
          </a:xfrm>
        </p:grpSpPr>
        <p:sp>
          <p:nvSpPr>
            <p:cNvPr id="5" name="TextBox 5"/>
            <p:cNvSpPr txBox="1"/>
            <p:nvPr/>
          </p:nvSpPr>
          <p:spPr>
            <a:xfrm>
              <a:off x="0" y="895125"/>
              <a:ext cx="3421944" cy="1968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Each GPU thread scans from a unique byte offset in the file.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1"/>
              <a:ext cx="3421944" cy="100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>
                  <a:solidFill>
                    <a:schemeClr val="bg1"/>
                  </a:solidFill>
                </a:rPr>
                <a:t>Offset-Based Scanning</a:t>
              </a:r>
              <a:endParaRPr lang="en-US" sz="230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7" name="AutoShape 7"/>
          <p:cNvSpPr/>
          <p:nvPr/>
        </p:nvSpPr>
        <p:spPr>
          <a:xfrm>
            <a:off x="1024910" y="6823937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4441893" y="7151409"/>
            <a:ext cx="2566458" cy="1104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If all bytes match, the signature is considered found.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445683" y="3763750"/>
            <a:ext cx="2566458" cy="2533638"/>
            <a:chOff x="0" y="-19051"/>
            <a:chExt cx="3421944" cy="337818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95125"/>
              <a:ext cx="3421944" cy="246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Each thread compares signatures using byte-by-byte matching (with wildcard support).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1"/>
              <a:ext cx="3421944" cy="493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>
                  <a:solidFill>
                    <a:schemeClr val="bg1"/>
                  </a:solidFill>
                </a:rPr>
                <a:t>Signature Matching</a:t>
              </a:r>
              <a:endParaRPr lang="en-US" sz="230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441893" y="6823937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7858876" y="7151409"/>
            <a:ext cx="2566458" cy="18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Prevents race conditions and ensures correctness in high-concurrency environments.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862666" y="3763750"/>
            <a:ext cx="2566458" cy="2161742"/>
            <a:chOff x="0" y="-19051"/>
            <a:chExt cx="3421944" cy="288232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95125"/>
              <a:ext cx="3421944" cy="1968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Matched results are atomically incremented in GPU memory.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1"/>
              <a:ext cx="3421944" cy="100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>
                  <a:solidFill>
                    <a:schemeClr val="bg1"/>
                  </a:solidFill>
                </a:rPr>
                <a:t>Atomic Result Logging</a:t>
              </a:r>
              <a:endParaRPr lang="en-US" sz="230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7858876" y="6823937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11275859" y="7151409"/>
            <a:ext cx="2566458" cy="147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Final results are summarized to present detection outcomes.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1279649" y="3763750"/>
            <a:ext cx="2566458" cy="2161742"/>
            <a:chOff x="0" y="-19051"/>
            <a:chExt cx="3421944" cy="288232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895125"/>
              <a:ext cx="3421944" cy="1968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Copy results back to CPU and report any detected malware signatures.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1"/>
              <a:ext cx="3421944" cy="493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>
                  <a:solidFill>
                    <a:schemeClr val="bg1"/>
                  </a:solidFill>
                </a:rPr>
                <a:t>Post-Processing</a:t>
              </a:r>
              <a:endParaRPr lang="en-US" sz="230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1275859" y="6823937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Box 23"/>
          <p:cNvSpPr txBox="1"/>
          <p:nvPr/>
        </p:nvSpPr>
        <p:spPr>
          <a:xfrm>
            <a:off x="14692842" y="7151409"/>
            <a:ext cx="2566458" cy="221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400">
                <a:solidFill>
                  <a:schemeClr val="bg1"/>
                </a:solidFill>
              </a:rPr>
              <a:t>Helps analyze the speedup achieved through GPU acceleration compared to serial methods.</a:t>
            </a:r>
            <a:endParaRPr lang="en-US" sz="2100">
              <a:solidFill>
                <a:schemeClr val="bg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4696632" y="3763750"/>
            <a:ext cx="2566458" cy="2533217"/>
            <a:chOff x="0" y="-19051"/>
            <a:chExt cx="3421944" cy="337762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1390425"/>
              <a:ext cx="3421944" cy="19681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chemeClr val="bg1"/>
                  </a:solidFill>
                </a:rPr>
                <a:t>Record scan duration and kernel execution metrics for evaluation.</a:t>
              </a:r>
              <a:endParaRPr lang="en-US" sz="2400" b="1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1"/>
              <a:ext cx="3421944" cy="100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0"/>
                </a:lnSpc>
              </a:pPr>
              <a:r>
                <a:rPr lang="en-GB" sz="2400">
                  <a:solidFill>
                    <a:schemeClr val="bg1"/>
                  </a:solidFill>
                </a:rPr>
                <a:t>Performance Logging</a:t>
              </a:r>
              <a:endParaRPr lang="en-US" sz="230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4692842" y="6823937"/>
            <a:ext cx="2566458" cy="0"/>
          </a:xfrm>
          <a:prstGeom prst="line">
            <a:avLst/>
          </a:prstGeom>
          <a:ln w="9525" cap="rnd">
            <a:solidFill>
              <a:srgbClr val="F7BB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" name="Freeform 28"/>
          <p:cNvSpPr/>
          <p:nvPr/>
        </p:nvSpPr>
        <p:spPr>
          <a:xfrm>
            <a:off x="-1214178" y="7919629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14313176" y="-744724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3" grpId="0"/>
      <p:bldP spid="18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919250"/>
            <a:ext cx="6714007" cy="2367750"/>
            <a:chOff x="0" y="0"/>
            <a:chExt cx="1768298" cy="6236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8298" cy="623605"/>
            </a:xfrm>
            <a:custGeom>
              <a:avLst/>
              <a:gdLst/>
              <a:ahLst/>
              <a:cxnLst/>
              <a:rect l="l" t="t" r="r" b="b"/>
              <a:pathLst>
                <a:path w="1768298" h="623605">
                  <a:moveTo>
                    <a:pt x="0" y="0"/>
                  </a:moveTo>
                  <a:lnTo>
                    <a:pt x="1768298" y="0"/>
                  </a:lnTo>
                  <a:lnTo>
                    <a:pt x="1768298" y="623605"/>
                  </a:lnTo>
                  <a:lnTo>
                    <a:pt x="0" y="623605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68298" cy="671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6714007" cy="8155040"/>
            <a:chOff x="0" y="0"/>
            <a:chExt cx="1056770" cy="12835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770" cy="1283586"/>
            </a:xfrm>
            <a:custGeom>
              <a:avLst/>
              <a:gdLst/>
              <a:ahLst/>
              <a:cxnLst/>
              <a:rect l="l" t="t" r="r" b="b"/>
              <a:pathLst>
                <a:path w="1056770" h="1283586">
                  <a:moveTo>
                    <a:pt x="0" y="0"/>
                  </a:moveTo>
                  <a:lnTo>
                    <a:pt x="1056770" y="0"/>
                  </a:lnTo>
                  <a:lnTo>
                    <a:pt x="1056770" y="1283586"/>
                  </a:lnTo>
                  <a:lnTo>
                    <a:pt x="0" y="12835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8155040"/>
            <a:ext cx="2131960" cy="213196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51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31960" y="8155040"/>
            <a:ext cx="2145521" cy="2131960"/>
            <a:chOff x="0" y="0"/>
            <a:chExt cx="728098" cy="7234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8098" cy="723495"/>
            </a:xfrm>
            <a:custGeom>
              <a:avLst/>
              <a:gdLst/>
              <a:ahLst/>
              <a:cxnLst/>
              <a:rect l="l" t="t" r="r" b="b"/>
              <a:pathLst>
                <a:path w="728098" h="723495">
                  <a:moveTo>
                    <a:pt x="0" y="0"/>
                  </a:moveTo>
                  <a:lnTo>
                    <a:pt x="728098" y="0"/>
                  </a:lnTo>
                  <a:lnTo>
                    <a:pt x="728098" y="723495"/>
                  </a:lnTo>
                  <a:lnTo>
                    <a:pt x="0" y="723495"/>
                  </a:lnTo>
                  <a:close/>
                </a:path>
              </a:pathLst>
            </a:custGeom>
            <a:solidFill>
              <a:srgbClr val="EB5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28098" cy="771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77481" y="8155040"/>
            <a:ext cx="2436526" cy="213196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5151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58188" y="1107482"/>
            <a:ext cx="10886612" cy="3494016"/>
            <a:chOff x="0" y="-57151"/>
            <a:chExt cx="12053992" cy="465868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3917932"/>
              <a:ext cx="10607073" cy="68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</a:pPr>
              <a:endParaRPr lang="en-US" sz="3200">
                <a:solidFill>
                  <a:srgbClr val="F8F6F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1"/>
              <a:ext cx="12053992" cy="2373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49"/>
                </a:lnSpc>
              </a:pPr>
              <a:r>
                <a:rPr lang="en-US" sz="5499" b="1">
                  <a:solidFill>
                    <a:srgbClr val="F8F6F4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Tools and Programming Language Used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770601" y="7702253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1" y="0"/>
                </a:lnTo>
                <a:lnTo>
                  <a:pt x="4388851" y="3112094"/>
                </a:lnTo>
                <a:lnTo>
                  <a:pt x="0" y="311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10098F-497C-43F0-D8A7-ACCCA695D521}"/>
              </a:ext>
            </a:extLst>
          </p:cNvPr>
          <p:cNvSpPr txBox="1"/>
          <p:nvPr/>
        </p:nvSpPr>
        <p:spPr>
          <a:xfrm>
            <a:off x="6123841" y="3123503"/>
            <a:ext cx="79553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Language:</a:t>
            </a:r>
            <a:r>
              <a:rPr lang="en-GB" sz="2800">
                <a:solidFill>
                  <a:schemeClr val="bg1"/>
                </a:solidFill>
              </a:rPr>
              <a:t> Python</a:t>
            </a:r>
          </a:p>
          <a:p>
            <a:r>
              <a:rPr lang="en-GB" sz="2800" b="1">
                <a:solidFill>
                  <a:schemeClr val="bg1"/>
                </a:solidFill>
              </a:rPr>
              <a:t>Libraries:</a:t>
            </a:r>
            <a:r>
              <a:rPr lang="en-GB" sz="2800">
                <a:solidFill>
                  <a:schemeClr val="bg1"/>
                </a:solidFill>
              </a:rPr>
              <a:t> NumPy, </a:t>
            </a:r>
            <a:r>
              <a:rPr lang="en-GB" sz="2800" err="1">
                <a:solidFill>
                  <a:schemeClr val="bg1"/>
                </a:solidFill>
              </a:rPr>
              <a:t>Numba</a:t>
            </a:r>
            <a:r>
              <a:rPr lang="en-GB" sz="2800">
                <a:solidFill>
                  <a:schemeClr val="bg1"/>
                </a:solidFill>
              </a:rPr>
              <a:t>, </a:t>
            </a:r>
            <a:r>
              <a:rPr lang="en-GB" sz="2800" err="1">
                <a:solidFill>
                  <a:schemeClr val="bg1"/>
                </a:solidFill>
              </a:rPr>
              <a:t>json</a:t>
            </a:r>
            <a:endParaRPr lang="en-GB" sz="2800">
              <a:solidFill>
                <a:schemeClr val="bg1"/>
              </a:solidFill>
            </a:endParaRPr>
          </a:p>
          <a:p>
            <a:r>
              <a:rPr lang="en-US" sz="2800" b="1">
                <a:solidFill>
                  <a:schemeClr val="bg1"/>
                </a:solidFill>
              </a:rPr>
              <a:t>Environment:</a:t>
            </a:r>
            <a:r>
              <a:rPr lang="en-US" sz="2800">
                <a:solidFill>
                  <a:schemeClr val="bg1"/>
                </a:solidFill>
              </a:rPr>
              <a:t> Windows with NVIDIA GPU and CUDA toolkit</a:t>
            </a:r>
            <a:endParaRPr lang="en-GB" sz="2800">
              <a:solidFill>
                <a:schemeClr val="bg1"/>
              </a:solidFill>
            </a:endParaRPr>
          </a:p>
          <a:p>
            <a:r>
              <a:rPr lang="en-GB" sz="2800" b="1">
                <a:solidFill>
                  <a:schemeClr val="bg1"/>
                </a:solidFill>
              </a:rPr>
              <a:t>Testing Signature:</a:t>
            </a:r>
            <a:r>
              <a:rPr lang="en-GB" sz="2800">
                <a:solidFill>
                  <a:schemeClr val="bg1"/>
                </a:solidFill>
              </a:rPr>
              <a:t> EICAR (safe malware string)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520418"/>
            <a:chOff x="0" y="0"/>
            <a:chExt cx="4816593" cy="9271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27188"/>
            </a:xfrm>
            <a:custGeom>
              <a:avLst/>
              <a:gdLst/>
              <a:ahLst/>
              <a:cxnLst/>
              <a:rect l="l" t="t" r="r" b="b"/>
              <a:pathLst>
                <a:path w="4816592" h="927188">
                  <a:moveTo>
                    <a:pt x="0" y="0"/>
                  </a:moveTo>
                  <a:lnTo>
                    <a:pt x="4816592" y="0"/>
                  </a:lnTo>
                  <a:lnTo>
                    <a:pt x="4816592" y="927188"/>
                  </a:lnTo>
                  <a:lnTo>
                    <a:pt x="0" y="927188"/>
                  </a:lnTo>
                  <a:close/>
                </a:path>
              </a:pathLst>
            </a:custGeom>
            <a:solidFill>
              <a:srgbClr val="F7BB1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974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48001" y="1008773"/>
            <a:ext cx="12268200" cy="1610293"/>
            <a:chOff x="-2603069" y="-114300"/>
            <a:chExt cx="16357600" cy="2147059"/>
          </a:xfrm>
        </p:grpSpPr>
        <p:sp>
          <p:nvSpPr>
            <p:cNvPr id="6" name="TextBox 6"/>
            <p:cNvSpPr txBox="1"/>
            <p:nvPr/>
          </p:nvSpPr>
          <p:spPr>
            <a:xfrm>
              <a:off x="0" y="1434304"/>
              <a:ext cx="11054913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</a:pPr>
              <a:endParaRPr lang="en-US" sz="2917">
                <a:solidFill>
                  <a:srgbClr val="15151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603069" y="-114300"/>
              <a:ext cx="16357600" cy="13231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242"/>
                </a:lnSpc>
                <a:spcBef>
                  <a:spcPct val="0"/>
                </a:spcBef>
              </a:pPr>
              <a:r>
                <a:rPr lang="en-US" sz="6000"/>
                <a:t>Complexity Analysis: Serial vs Parallel</a:t>
              </a:r>
              <a:endParaRPr lang="en-US" sz="5887" b="1">
                <a:solidFill>
                  <a:srgbClr val="151513"/>
                </a:solidFill>
                <a:latin typeface="Fira Sans Bold"/>
                <a:ea typeface="Fira Sans Bold"/>
                <a:cs typeface="Fira Sans Bold"/>
                <a:sym typeface="Fira San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28600" y="3320542"/>
            <a:ext cx="18711153" cy="3701244"/>
            <a:chOff x="0" y="-47625"/>
            <a:chExt cx="4919073" cy="9748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19073" cy="927188"/>
            </a:xfrm>
            <a:custGeom>
              <a:avLst/>
              <a:gdLst/>
              <a:ahLst/>
              <a:cxnLst/>
              <a:rect l="l" t="t" r="r" b="b"/>
              <a:pathLst>
                <a:path w="4919073" h="927188">
                  <a:moveTo>
                    <a:pt x="0" y="0"/>
                  </a:moveTo>
                  <a:lnTo>
                    <a:pt x="4919073" y="0"/>
                  </a:lnTo>
                  <a:lnTo>
                    <a:pt x="4919073" y="927188"/>
                  </a:lnTo>
                  <a:lnTo>
                    <a:pt x="0" y="927188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19073" cy="974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24401" y="7021786"/>
            <a:ext cx="8915400" cy="2552192"/>
            <a:chOff x="0" y="-114300"/>
            <a:chExt cx="11887200" cy="340292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493260"/>
              <a:ext cx="11887200" cy="1795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</a:pPr>
              <a:r>
                <a:rPr lang="en-US" sz="3200">
                  <a:solidFill>
                    <a:schemeClr val="bg1"/>
                  </a:solidFill>
                </a:rPr>
                <a:t>Launch N threads (each byte offset).</a:t>
              </a:r>
            </a:p>
            <a:p>
              <a:pPr marL="0" lvl="0" indent="0" algn="ctr">
                <a:lnSpc>
                  <a:spcPts val="3500"/>
                </a:lnSpc>
              </a:pPr>
              <a:r>
                <a:rPr lang="en-US" sz="3200">
                  <a:solidFill>
                    <a:schemeClr val="bg1"/>
                  </a:solidFill>
                </a:rPr>
                <a:t>Time complexity: O(M * P), parallelized over N.</a:t>
              </a:r>
              <a:endParaRPr lang="en-US" sz="3200">
                <a:solidFill>
                  <a:schemeClr val="bg1"/>
                </a:solidFill>
                <a:latin typeface="Fira Sans"/>
                <a:sym typeface="Fira Sans"/>
              </a:endParaRPr>
            </a:p>
            <a:p>
              <a:pPr marL="0" lvl="0" indent="0" algn="ctr">
                <a:lnSpc>
                  <a:spcPts val="3500"/>
                </a:lnSpc>
              </a:pPr>
              <a:r>
                <a:rPr lang="en-US" sz="3200">
                  <a:solidFill>
                    <a:schemeClr val="bg1"/>
                  </a:solidFill>
                </a:rPr>
                <a:t>Drastically reduced runtime with 100k+ signatures.</a:t>
              </a:r>
              <a:endParaRPr lang="en-US" sz="2917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11054913" cy="1318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242"/>
                </a:lnSpc>
                <a:spcBef>
                  <a:spcPct val="0"/>
                </a:spcBef>
              </a:pPr>
              <a:r>
                <a:rPr lang="en-US" sz="5887" b="1">
                  <a:solidFill>
                    <a:srgbClr val="F8F6F4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Parallel ( GPU )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-1214178" y="7919629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14804454" y="2769234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4"/>
                </a:lnTo>
                <a:lnTo>
                  <a:pt x="0" y="311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5842FA1F-A893-72BA-DF8D-01E93EC1F7B0}"/>
              </a:ext>
            </a:extLst>
          </p:cNvPr>
          <p:cNvGrpSpPr/>
          <p:nvPr/>
        </p:nvGrpSpPr>
        <p:grpSpPr>
          <a:xfrm>
            <a:off x="6825932" y="3453379"/>
            <a:ext cx="8291185" cy="4221880"/>
            <a:chOff x="0" y="-114300"/>
            <a:chExt cx="11054913" cy="5629173"/>
          </a:xfrm>
        </p:grpSpPr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C56F02AA-5419-159F-596E-4329CDA001A9}"/>
                </a:ext>
              </a:extLst>
            </p:cNvPr>
            <p:cNvSpPr txBox="1"/>
            <p:nvPr/>
          </p:nvSpPr>
          <p:spPr>
            <a:xfrm>
              <a:off x="0" y="1493260"/>
              <a:ext cx="11054913" cy="4021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800" b="1" dirty="0"/>
                <a:t>Time complexity: </a:t>
              </a:r>
              <a:r>
                <a:rPr lang="en-US" sz="2800" dirty="0"/>
                <a:t>O(N * M * P)</a:t>
              </a:r>
            </a:p>
            <a:p>
              <a:pPr lvl="1"/>
              <a:r>
                <a:rPr lang="en-US" sz="2800" dirty="0"/>
                <a:t>N = file size</a:t>
              </a:r>
            </a:p>
            <a:p>
              <a:pPr lvl="1"/>
              <a:r>
                <a:rPr lang="en-US" sz="2800" dirty="0"/>
                <a:t>M = number of signatures</a:t>
              </a:r>
            </a:p>
            <a:p>
              <a:pPr lvl="1"/>
              <a:r>
                <a:rPr lang="en-US" sz="2800" dirty="0"/>
                <a:t>P = pattern length</a:t>
              </a:r>
            </a:p>
            <a:p>
              <a:r>
                <a:rPr lang="en-US" sz="2800" dirty="0"/>
                <a:t>Inefficient for large inputs.</a:t>
              </a:r>
            </a:p>
            <a:p>
              <a:endParaRPr lang="en-US" sz="2800" dirty="0"/>
            </a:p>
            <a:p>
              <a:endParaRPr lang="en-US" sz="2800" dirty="0"/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2604CBDB-A84D-5EDC-CC6E-8839777B22D1}"/>
                </a:ext>
              </a:extLst>
            </p:cNvPr>
            <p:cNvSpPr txBox="1"/>
            <p:nvPr/>
          </p:nvSpPr>
          <p:spPr>
            <a:xfrm>
              <a:off x="0" y="-114300"/>
              <a:ext cx="11054913" cy="1318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242"/>
                </a:lnSpc>
                <a:spcBef>
                  <a:spcPct val="0"/>
                </a:spcBef>
              </a:pPr>
              <a:r>
                <a:rPr lang="en-US" sz="5887" b="1">
                  <a:latin typeface="Fira Sans Bold"/>
                  <a:ea typeface="Fira Sans Bold"/>
                  <a:cs typeface="Fira Sans Bold"/>
                  <a:sym typeface="Fira Sans Bold"/>
                </a:rPr>
                <a:t>Serial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37FC3-2D2D-660A-BEFD-818FBAE6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59AD05-2D28-59AB-2B8F-8A0C7518EA8B}"/>
              </a:ext>
            </a:extLst>
          </p:cNvPr>
          <p:cNvGrpSpPr/>
          <p:nvPr/>
        </p:nvGrpSpPr>
        <p:grpSpPr>
          <a:xfrm>
            <a:off x="563880" y="944880"/>
            <a:ext cx="17145000" cy="3352778"/>
            <a:chOff x="0" y="0"/>
            <a:chExt cx="4816593" cy="9271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B52B0E-A2F0-7E8C-720C-84BEEB3CEB6C}"/>
                </a:ext>
              </a:extLst>
            </p:cNvPr>
            <p:cNvSpPr/>
            <p:nvPr/>
          </p:nvSpPr>
          <p:spPr>
            <a:xfrm>
              <a:off x="0" y="0"/>
              <a:ext cx="4816592" cy="927188"/>
            </a:xfrm>
            <a:custGeom>
              <a:avLst/>
              <a:gdLst/>
              <a:ahLst/>
              <a:cxnLst/>
              <a:rect l="l" t="t" r="r" b="b"/>
              <a:pathLst>
                <a:path w="4816592" h="927188">
                  <a:moveTo>
                    <a:pt x="0" y="0"/>
                  </a:moveTo>
                  <a:lnTo>
                    <a:pt x="4816592" y="0"/>
                  </a:lnTo>
                  <a:lnTo>
                    <a:pt x="4816592" y="927188"/>
                  </a:lnTo>
                  <a:lnTo>
                    <a:pt x="0" y="927188"/>
                  </a:lnTo>
                  <a:close/>
                </a:path>
              </a:pathLst>
            </a:custGeom>
            <a:solidFill>
              <a:srgbClr val="F7BB1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61EE03A-17D2-E0A5-AAE8-15511B5E6F24}"/>
                </a:ext>
              </a:extLst>
            </p:cNvPr>
            <p:cNvSpPr txBox="1"/>
            <p:nvPr/>
          </p:nvSpPr>
          <p:spPr>
            <a:xfrm>
              <a:off x="0" y="-47625"/>
              <a:ext cx="4816593" cy="974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0A78647-AC83-4F9D-2E3C-1A66FADB1CE7}"/>
              </a:ext>
            </a:extLst>
          </p:cNvPr>
          <p:cNvGrpSpPr/>
          <p:nvPr/>
        </p:nvGrpSpPr>
        <p:grpSpPr>
          <a:xfrm>
            <a:off x="2362200" y="1464888"/>
            <a:ext cx="12268200" cy="1154178"/>
            <a:chOff x="-3517470" y="493854"/>
            <a:chExt cx="16357600" cy="153890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14C07C-F1E9-1528-5716-7F99055980F2}"/>
                </a:ext>
              </a:extLst>
            </p:cNvPr>
            <p:cNvSpPr txBox="1"/>
            <p:nvPr/>
          </p:nvSpPr>
          <p:spPr>
            <a:xfrm>
              <a:off x="0" y="1434304"/>
              <a:ext cx="11054913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00"/>
                </a:lnSpc>
              </a:pPr>
              <a:endParaRPr lang="en-US" sz="2917">
                <a:solidFill>
                  <a:srgbClr val="15151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718257C-F9A3-D217-0720-FDD1333CF6FB}"/>
                </a:ext>
              </a:extLst>
            </p:cNvPr>
            <p:cNvSpPr txBox="1"/>
            <p:nvPr/>
          </p:nvSpPr>
          <p:spPr>
            <a:xfrm>
              <a:off x="-3517470" y="493854"/>
              <a:ext cx="16357600" cy="1402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242"/>
                </a:lnSpc>
                <a:spcBef>
                  <a:spcPct val="0"/>
                </a:spcBef>
              </a:pPr>
              <a:r>
                <a:rPr lang="en-US" sz="8000">
                  <a:latin typeface="Fira Sans Bold" panose="020B0803050000020004" charset="0"/>
                  <a:ea typeface="+mn-lt"/>
                  <a:cs typeface="+mn-lt"/>
                </a:rPr>
                <a:t>Speedup</a:t>
              </a:r>
              <a:endParaRPr lang="en-US" sz="3200">
                <a:latin typeface="Fira Sans Bold" panose="020B0803050000020004" charset="0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D145CCD-5B91-F25D-34B9-9B30FD289F7E}"/>
              </a:ext>
            </a:extLst>
          </p:cNvPr>
          <p:cNvGrpSpPr/>
          <p:nvPr/>
        </p:nvGrpSpPr>
        <p:grpSpPr>
          <a:xfrm>
            <a:off x="0" y="2771902"/>
            <a:ext cx="18711153" cy="3701244"/>
            <a:chOff x="0" y="-47625"/>
            <a:chExt cx="4919073" cy="97481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0EE9761-C966-B881-D110-A82D768CD0D4}"/>
                </a:ext>
              </a:extLst>
            </p:cNvPr>
            <p:cNvSpPr/>
            <p:nvPr/>
          </p:nvSpPr>
          <p:spPr>
            <a:xfrm>
              <a:off x="0" y="0"/>
              <a:ext cx="4919073" cy="927188"/>
            </a:xfrm>
            <a:custGeom>
              <a:avLst/>
              <a:gdLst/>
              <a:ahLst/>
              <a:cxnLst/>
              <a:rect l="l" t="t" r="r" b="b"/>
              <a:pathLst>
                <a:path w="4919073" h="927188">
                  <a:moveTo>
                    <a:pt x="0" y="0"/>
                  </a:moveTo>
                  <a:lnTo>
                    <a:pt x="4919073" y="0"/>
                  </a:lnTo>
                  <a:lnTo>
                    <a:pt x="4919073" y="927188"/>
                  </a:lnTo>
                  <a:lnTo>
                    <a:pt x="0" y="927188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41C50F6-4697-D739-76FB-2E9F9A891F85}"/>
                </a:ext>
              </a:extLst>
            </p:cNvPr>
            <p:cNvSpPr txBox="1"/>
            <p:nvPr/>
          </p:nvSpPr>
          <p:spPr>
            <a:xfrm>
              <a:off x="0" y="-47625"/>
              <a:ext cx="4919073" cy="974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A2058615-3382-9E65-31E2-5D9A601A49B5}"/>
              </a:ext>
            </a:extLst>
          </p:cNvPr>
          <p:cNvSpPr/>
          <p:nvPr/>
        </p:nvSpPr>
        <p:spPr>
          <a:xfrm>
            <a:off x="-1214178" y="7919629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5"/>
                </a:lnTo>
                <a:lnTo>
                  <a:pt x="0" y="3112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603C7A2-FE9A-D172-CF11-7DA369E7E6C1}"/>
              </a:ext>
            </a:extLst>
          </p:cNvPr>
          <p:cNvSpPr/>
          <p:nvPr/>
        </p:nvSpPr>
        <p:spPr>
          <a:xfrm>
            <a:off x="14804454" y="2769234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2" y="0"/>
                </a:lnTo>
                <a:lnTo>
                  <a:pt x="4388852" y="3112094"/>
                </a:lnTo>
                <a:lnTo>
                  <a:pt x="0" y="311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AADCF182-9F05-5DD8-4823-1F994AA640DB}"/>
              </a:ext>
            </a:extLst>
          </p:cNvPr>
          <p:cNvGrpSpPr/>
          <p:nvPr/>
        </p:nvGrpSpPr>
        <p:grpSpPr>
          <a:xfrm>
            <a:off x="4783772" y="4322059"/>
            <a:ext cx="10211425" cy="1168284"/>
            <a:chOff x="-2560320" y="-114300"/>
            <a:chExt cx="13615233" cy="1557712"/>
          </a:xfrm>
        </p:grpSpPr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378240FC-B5BD-577F-EC1C-F6860E14A6CE}"/>
                </a:ext>
              </a:extLst>
            </p:cNvPr>
            <p:cNvSpPr txBox="1"/>
            <p:nvPr/>
          </p:nvSpPr>
          <p:spPr>
            <a:xfrm>
              <a:off x="-2560320" y="294380"/>
              <a:ext cx="11054913" cy="1149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800">
                  <a:ea typeface="+mn-lt"/>
                  <a:cs typeface="+mn-lt"/>
                </a:rPr>
                <a:t>Measured </a:t>
              </a:r>
              <a:r>
                <a:rPr lang="en-US" sz="2800" b="1">
                  <a:ea typeface="+mn-lt"/>
                  <a:cs typeface="+mn-lt"/>
                </a:rPr>
                <a:t>20–80×</a:t>
              </a:r>
              <a:r>
                <a:rPr lang="en-US" sz="2800">
                  <a:ea typeface="+mn-lt"/>
                  <a:cs typeface="+mn-lt"/>
                </a:rPr>
                <a:t> on NVIDIA GPU (depending on file &amp; pattern size)</a:t>
              </a:r>
              <a:endParaRPr lang="en-US"/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B58F620C-1FDB-AB62-8283-B5D37180B90A}"/>
                </a:ext>
              </a:extLst>
            </p:cNvPr>
            <p:cNvSpPr txBox="1"/>
            <p:nvPr/>
          </p:nvSpPr>
          <p:spPr>
            <a:xfrm>
              <a:off x="0" y="-114300"/>
              <a:ext cx="11054913" cy="1318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242"/>
                </a:lnSpc>
                <a:spcBef>
                  <a:spcPct val="0"/>
                </a:spcBef>
              </a:pPr>
              <a:endParaRPr lang="en-US" sz="585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6538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 rot="-5400000">
            <a:off x="-1580386" y="1580386"/>
            <a:ext cx="10287000" cy="7126229"/>
            <a:chOff x="0" y="0"/>
            <a:chExt cx="2709333" cy="18768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1876867"/>
            </a:xfrm>
            <a:custGeom>
              <a:avLst/>
              <a:gdLst/>
              <a:ahLst/>
              <a:cxnLst/>
              <a:rect l="l" t="t" r="r" b="b"/>
              <a:pathLst>
                <a:path w="2709333" h="1876867">
                  <a:moveTo>
                    <a:pt x="0" y="0"/>
                  </a:moveTo>
                  <a:lnTo>
                    <a:pt x="2709333" y="0"/>
                  </a:lnTo>
                  <a:lnTo>
                    <a:pt x="2709333" y="1876867"/>
                  </a:lnTo>
                  <a:lnTo>
                    <a:pt x="0" y="1876867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1924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00150"/>
            <a:ext cx="5385053" cy="10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0"/>
              </a:lnSpc>
            </a:pPr>
            <a:r>
              <a:rPr lang="en-GB" sz="8000">
                <a:latin typeface="Fira Sans Bold" panose="020B0803050000020004" charset="0"/>
              </a:rPr>
              <a:t>Conclusion</a:t>
            </a:r>
            <a:endParaRPr lang="en-US" sz="8000" b="1">
              <a:solidFill>
                <a:srgbClr val="151513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82000" y="990600"/>
            <a:ext cx="8877300" cy="6410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Built an efficient malware signature scanner</a:t>
            </a:r>
          </a:p>
          <a:p>
            <a:pPr marL="0" lvl="0" indent="0" algn="l">
              <a:lnSpc>
                <a:spcPts val="4160"/>
              </a:lnSpc>
            </a:pPr>
            <a:endParaRPr lang="en-US" sz="2400" dirty="0">
              <a:solidFill>
                <a:srgbClr val="F8F6F4"/>
              </a:solidFill>
              <a:latin typeface="Fira Sans Bold" panose="020B0803050000020004" charset="0"/>
              <a:ea typeface="Fira Sans"/>
              <a:cs typeface="Fira Sans"/>
              <a:sym typeface="Fira Sans"/>
            </a:endParaRPr>
          </a:p>
          <a:p>
            <a:pPr marL="0" lvl="0" indent="0" algn="l">
              <a:lnSpc>
                <a:spcPts val="4160"/>
              </a:lnSpc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Leveraged GPU parallelism to scan files faster.</a:t>
            </a:r>
          </a:p>
          <a:p>
            <a:pPr marL="0" lvl="0" indent="0" algn="l">
              <a:lnSpc>
                <a:spcPts val="4160"/>
              </a:lnSpc>
            </a:pPr>
            <a:endParaRPr lang="en-US" sz="2400" dirty="0">
              <a:solidFill>
                <a:srgbClr val="F8F6F4"/>
              </a:solidFill>
              <a:latin typeface="Fira Sans Bold" panose="020B0803050000020004" charset="0"/>
              <a:ea typeface="Fira Sans"/>
              <a:cs typeface="Fira Sans"/>
              <a:sym typeface="Fira Sans"/>
            </a:endParaRPr>
          </a:p>
          <a:p>
            <a:pPr marL="0" lvl="0" indent="0" algn="l">
              <a:lnSpc>
                <a:spcPts val="4160"/>
              </a:lnSpc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Supported wildcards in signatures.</a:t>
            </a:r>
          </a:p>
          <a:p>
            <a:pPr marL="0" lvl="0" indent="0" algn="l">
              <a:lnSpc>
                <a:spcPts val="4160"/>
              </a:lnSpc>
            </a:pPr>
            <a:endParaRPr lang="en-US" sz="2400" dirty="0">
              <a:solidFill>
                <a:srgbClr val="F8F6F4"/>
              </a:solidFill>
              <a:latin typeface="Fira Sans Bold" panose="020B0803050000020004" charset="0"/>
              <a:ea typeface="Fira Sans"/>
              <a:cs typeface="Fira Sans"/>
              <a:sym typeface="Fira Sans"/>
            </a:endParaRPr>
          </a:p>
          <a:p>
            <a:pPr marL="0" lvl="0" indent="0" algn="l">
              <a:lnSpc>
                <a:spcPts val="4160"/>
              </a:lnSpc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Can scan thousands of signatures against large files in seconds.</a:t>
            </a:r>
          </a:p>
          <a:p>
            <a:pPr marL="0" lvl="0" indent="0" algn="l">
              <a:lnSpc>
                <a:spcPts val="4160"/>
              </a:lnSpc>
            </a:pPr>
            <a:endParaRPr lang="en-US" sz="2400" dirty="0">
              <a:solidFill>
                <a:srgbClr val="F8F6F4"/>
              </a:solidFill>
              <a:latin typeface="Fira Sans Bold" panose="020B0803050000020004" charset="0"/>
              <a:ea typeface="Fira Sans"/>
              <a:cs typeface="Fira Sans"/>
              <a:sym typeface="Fira Sans"/>
            </a:endParaRPr>
          </a:p>
          <a:p>
            <a:pPr marL="0" lvl="0" indent="0" algn="l">
              <a:lnSpc>
                <a:spcPts val="4160"/>
              </a:lnSpc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Future work:</a:t>
            </a:r>
          </a:p>
          <a:p>
            <a:pPr marL="171450" lvl="0" indent="-171450" algn="l">
              <a:lnSpc>
                <a:spcPts val="41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Scan multiple files concurrently.</a:t>
            </a:r>
          </a:p>
          <a:p>
            <a:pPr marL="171450" lvl="0" indent="-171450" algn="l">
              <a:lnSpc>
                <a:spcPts val="41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Add behavioral detection.</a:t>
            </a:r>
          </a:p>
          <a:p>
            <a:pPr marL="171450" lvl="0" indent="-171450" algn="l">
              <a:lnSpc>
                <a:spcPts val="41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8F6F4"/>
                </a:solidFill>
                <a:latin typeface="Fira Sans Bold" panose="020B0803050000020004" charset="0"/>
                <a:ea typeface="Fira Sans"/>
                <a:cs typeface="Fira Sans"/>
                <a:sym typeface="Fira Sans"/>
              </a:rPr>
              <a:t>GUI-based scanner.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7919935"/>
            <a:ext cx="2367065" cy="236706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204693" y="7381118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1" y="0"/>
                </a:lnTo>
                <a:lnTo>
                  <a:pt x="4388851" y="3112094"/>
                </a:lnTo>
                <a:lnTo>
                  <a:pt x="0" y="311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DDDBA-9CAC-F3C9-EEDF-CBA6A493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>
            <a:extLst>
              <a:ext uri="{FF2B5EF4-FFF2-40B4-BE49-F238E27FC236}">
                <a16:creationId xmlns:a16="http://schemas.microsoft.com/office/drawing/2014/main" id="{487980B0-8AF6-E02E-7B2E-AAB5DE064CF0}"/>
              </a:ext>
            </a:extLst>
          </p:cNvPr>
          <p:cNvGrpSpPr/>
          <p:nvPr/>
        </p:nvGrpSpPr>
        <p:grpSpPr>
          <a:xfrm rot="-5400000">
            <a:off x="-1580386" y="1580386"/>
            <a:ext cx="10287000" cy="7126229"/>
            <a:chOff x="0" y="0"/>
            <a:chExt cx="2709333" cy="187686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EC097B1-EAB4-A7CE-BB14-EE39F75A7D33}"/>
                </a:ext>
              </a:extLst>
            </p:cNvPr>
            <p:cNvSpPr/>
            <p:nvPr/>
          </p:nvSpPr>
          <p:spPr>
            <a:xfrm>
              <a:off x="0" y="0"/>
              <a:ext cx="2709333" cy="1876867"/>
            </a:xfrm>
            <a:custGeom>
              <a:avLst/>
              <a:gdLst/>
              <a:ahLst/>
              <a:cxnLst/>
              <a:rect l="l" t="t" r="r" b="b"/>
              <a:pathLst>
                <a:path w="2709333" h="1876867">
                  <a:moveTo>
                    <a:pt x="0" y="0"/>
                  </a:moveTo>
                  <a:lnTo>
                    <a:pt x="2709333" y="0"/>
                  </a:lnTo>
                  <a:lnTo>
                    <a:pt x="2709333" y="1876867"/>
                  </a:lnTo>
                  <a:lnTo>
                    <a:pt x="0" y="1876867"/>
                  </a:lnTo>
                  <a:close/>
                </a:path>
              </a:pathLst>
            </a:custGeom>
            <a:solidFill>
              <a:srgbClr val="F8F6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8F4589E-1316-7F62-28ED-20BD8521A638}"/>
                </a:ext>
              </a:extLst>
            </p:cNvPr>
            <p:cNvSpPr txBox="1"/>
            <p:nvPr/>
          </p:nvSpPr>
          <p:spPr>
            <a:xfrm>
              <a:off x="0" y="-47625"/>
              <a:ext cx="2709333" cy="1924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C0A6D155-F99D-2BEF-F9F8-C409873E23C3}"/>
              </a:ext>
            </a:extLst>
          </p:cNvPr>
          <p:cNvSpPr txBox="1"/>
          <p:nvPr/>
        </p:nvSpPr>
        <p:spPr>
          <a:xfrm>
            <a:off x="8779300" y="1089991"/>
            <a:ext cx="8504848" cy="600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</a:pPr>
            <a:r>
              <a:rPr lang="en-US" sz="3200">
                <a:solidFill>
                  <a:srgbClr val="F8F6F4"/>
                </a:solidFill>
                <a:latin typeface="Fira Sans"/>
                <a:sym typeface="Fira Sans"/>
              </a:rPr>
              <a:t>          </a:t>
            </a:r>
            <a:r>
              <a:rPr lang="en-US" sz="5800">
                <a:solidFill>
                  <a:srgbClr val="F8F6F4"/>
                </a:solidFill>
                <a:latin typeface="Fira Sans"/>
                <a:sym typeface="Fira Sans"/>
              </a:rPr>
              <a:t>  Any questions????</a:t>
            </a:r>
            <a:endParaRPr lang="en-US" sz="5800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3FB55BF-1E94-1328-7B99-918A1C4FDE1B}"/>
              </a:ext>
            </a:extLst>
          </p:cNvPr>
          <p:cNvGrpSpPr/>
          <p:nvPr/>
        </p:nvGrpSpPr>
        <p:grpSpPr>
          <a:xfrm>
            <a:off x="0" y="7919935"/>
            <a:ext cx="2367065" cy="2367065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B95C0EB-D9BD-42C5-5978-F626B6900A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5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1161EB4-A6F8-7A46-4A32-D0B6ED95DE1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A80B7AD1-4BA5-3CBC-8A69-A99E3CFF76BE}"/>
              </a:ext>
            </a:extLst>
          </p:cNvPr>
          <p:cNvSpPr/>
          <p:nvPr/>
        </p:nvSpPr>
        <p:spPr>
          <a:xfrm>
            <a:off x="-204693" y="7381118"/>
            <a:ext cx="4388852" cy="3112095"/>
          </a:xfrm>
          <a:custGeom>
            <a:avLst/>
            <a:gdLst/>
            <a:ahLst/>
            <a:cxnLst/>
            <a:rect l="l" t="t" r="r" b="b"/>
            <a:pathLst>
              <a:path w="4388852" h="3112095">
                <a:moveTo>
                  <a:pt x="0" y="0"/>
                </a:moveTo>
                <a:lnTo>
                  <a:pt x="4388851" y="0"/>
                </a:lnTo>
                <a:lnTo>
                  <a:pt x="4388851" y="3112094"/>
                </a:lnTo>
                <a:lnTo>
                  <a:pt x="0" y="311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9" name="Picture 18" descr="A group of men standing together&#10;&#10;AI-generated content may be incorrect.">
            <a:extLst>
              <a:ext uri="{FF2B5EF4-FFF2-40B4-BE49-F238E27FC236}">
                <a16:creationId xmlns:a16="http://schemas.microsoft.com/office/drawing/2014/main" id="{7BB35FE5-7BBE-9470-6C83-2FCC22CC9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" t="25372" r="4923" b="25635"/>
          <a:stretch>
            <a:fillRect/>
          </a:stretch>
        </p:blipFill>
        <p:spPr>
          <a:xfrm>
            <a:off x="7599505" y="4076214"/>
            <a:ext cx="9938738" cy="60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64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4464DD99ED848B2DFB750FB87D2EA" ma:contentTypeVersion="18" ma:contentTypeDescription="Create a new document." ma:contentTypeScope="" ma:versionID="3a1392e960ac8baf380eb50069a09602">
  <xsd:schema xmlns:xsd="http://www.w3.org/2001/XMLSchema" xmlns:xs="http://www.w3.org/2001/XMLSchema" xmlns:p="http://schemas.microsoft.com/office/2006/metadata/properties" xmlns:ns3="7815508f-20d4-463e-8357-5ca353518358" xmlns:ns4="07a72ac6-4bcc-4958-9eb5-25cc2d9b654f" targetNamespace="http://schemas.microsoft.com/office/2006/metadata/properties" ma:root="true" ma:fieldsID="dbc70bfc48f748e7717f0b89ae798787" ns3:_="" ns4:_="">
    <xsd:import namespace="7815508f-20d4-463e-8357-5ca353518358"/>
    <xsd:import namespace="07a72ac6-4bcc-4958-9eb5-25cc2d9b65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5508f-20d4-463e-8357-5ca3535183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a72ac6-4bcc-4958-9eb5-25cc2d9b654f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15508f-20d4-463e-8357-5ca3535183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3AD8B6-0697-4E48-8611-1B146EABA306}">
  <ds:schemaRefs>
    <ds:schemaRef ds:uri="07a72ac6-4bcc-4958-9eb5-25cc2d9b654f"/>
    <ds:schemaRef ds:uri="7815508f-20d4-463e-8357-5ca353518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1250B90-1059-46C2-AFD4-8F4A7718666A}">
  <ds:schemaRefs>
    <ds:schemaRef ds:uri="07a72ac6-4bcc-4958-9eb5-25cc2d9b654f"/>
    <ds:schemaRef ds:uri="7815508f-20d4-463e-8357-5ca3535183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A81799-CF94-437C-A971-9BEA37513D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455</Words>
  <Application>Microsoft Office PowerPoint</Application>
  <PresentationFormat>Custom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Fira Sans</vt:lpstr>
      <vt:lpstr>Fira Sans Bold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Parallel GPU-Based Pattern Matching</dc:title>
  <dc:description>Presentation - Parallel GPU-Based Pattern Matching</dc:description>
  <cp:lastModifiedBy>Ahmad raza</cp:lastModifiedBy>
  <cp:revision>4</cp:revision>
  <dcterms:created xsi:type="dcterms:W3CDTF">2006-08-16T00:00:00Z</dcterms:created>
  <dcterms:modified xsi:type="dcterms:W3CDTF">2025-05-16T08:01:58Z</dcterms:modified>
  <dc:identifier>DAGnjDb31r8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0x010100F594464DD99ED848B2DFB750FB87D2EA</vt:lpwstr>
  </property>
</Properties>
</file>